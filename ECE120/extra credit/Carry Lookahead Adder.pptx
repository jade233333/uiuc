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5" r:id="rId11"/>
    <p:sldId id="276" r:id="rId12"/>
    <p:sldId id="277" r:id="rId13"/>
    <p:sldId id="272" r:id="rId14"/>
    <p:sldId id="273" r:id="rId15"/>
    <p:sldId id="279" r:id="rId16"/>
    <p:sldId id="274" r:id="rId17"/>
    <p:sldId id="260" r:id="rId18"/>
    <p:sldId id="258" r:id="rId19"/>
    <p:sldId id="259" r:id="rId20"/>
    <p:sldId id="261" r:id="rId21"/>
    <p:sldId id="262" r:id="rId22"/>
    <p:sldId id="263" r:id="rId23"/>
    <p:sldId id="280" r:id="rId24"/>
    <p:sldId id="281" r:id="rId25"/>
    <p:sldId id="282" r:id="rId26"/>
    <p:sldId id="283" r:id="rId27"/>
    <p:sldId id="284" r:id="rId28"/>
    <p:sldId id="286" r:id="rId29"/>
    <p:sldId id="28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54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2D594-9824-4E99-91F9-4B1D818CBF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986BFF-6FD5-4996-B734-50000AE454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AED69-2DE2-45AF-B97F-807290566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2FC91-F7F6-4631-9E6B-D16613B8DEC3}" type="datetimeFigureOut">
              <a:rPr lang="en-US" smtClean="0"/>
              <a:t>9/23/2019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E7705-584B-448D-B0E7-E2A3355D1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B65C9-39F9-431B-948F-1EF5DCDA7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9EFA8-8DAF-4F9B-839C-99A0BA726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863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E4AF1-2669-4EC0-9561-CD5509BB9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086C6-7AF7-4F95-90A8-EEECDDE13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11906-6AB8-4B12-B883-788279EDF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2FC91-F7F6-4631-9E6B-D16613B8DEC3}" type="datetimeFigureOut">
              <a:rPr lang="en-US" smtClean="0"/>
              <a:t>9/23/2019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6AE79-00E8-41E1-9596-DFCAC7504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88422-F8A5-444F-9B8F-A0B01F9DB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9EFA8-8DAF-4F9B-839C-99A0BA726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493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91518-97AD-4C27-AC66-51FB5DDE4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603D5E-7827-4347-AE79-04348282C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4F8A0-393D-4575-9ECB-CDE2B072F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2FC91-F7F6-4631-9E6B-D16613B8DEC3}" type="datetimeFigureOut">
              <a:rPr lang="en-US" smtClean="0"/>
              <a:t>9/23/2019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F003C-8472-4FC5-9ECB-48063D89B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7E48B-0865-4A24-A5E1-70EB8FBD0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9EFA8-8DAF-4F9B-839C-99A0BA726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960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41BE2-BB39-4247-BC32-552D2D680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9118E-BAC3-48A2-92F8-98D9150D5F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3445AD-56A0-4407-AB62-6E0834031A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F4F106-5611-47D0-AE2D-F2B44BAFA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2FC91-F7F6-4631-9E6B-D16613B8DEC3}" type="datetimeFigureOut">
              <a:rPr lang="en-US" smtClean="0"/>
              <a:t>9/23/2019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718663-A27A-4DF6-AB44-1340A19B4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2F9D6C-7967-4229-95D6-D65FA7104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9EFA8-8DAF-4F9B-839C-99A0BA726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617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0530E-50CB-4E1F-97AA-749CE1464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3AEEF-C27F-4361-9CE7-2D99421F9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24186D-4D50-4587-A0F4-5CC1522F7E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6A18B6-3A24-4B63-9853-BAC94327DB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77A0D8-AF53-41D7-A54F-BB935040F3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A9D3D-24E4-49B2-96F0-48783539D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2FC91-F7F6-4631-9E6B-D16613B8DEC3}" type="datetimeFigureOut">
              <a:rPr lang="en-US" smtClean="0"/>
              <a:t>9/23/2019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AB4E86-4073-4175-9E36-C054A6A17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02CED0-4D07-4E21-AD30-F8E5E8466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9EFA8-8DAF-4F9B-839C-99A0BA726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212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09903-A869-4ED6-B49C-EA663A2E0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21EEB6-796D-4C69-BA39-F35AF1204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2FC91-F7F6-4631-9E6B-D16613B8DEC3}" type="datetimeFigureOut">
              <a:rPr lang="en-US" smtClean="0"/>
              <a:t>9/23/2019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5554E0-6CF2-49FF-85C3-207FAC7FF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231B8A-B9D2-451C-83A2-E5AE80F39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9EFA8-8DAF-4F9B-839C-99A0BA726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701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39D619-8F6A-4E56-B934-4AAF21E2E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2FC91-F7F6-4631-9E6B-D16613B8DEC3}" type="datetimeFigureOut">
              <a:rPr lang="en-US" smtClean="0"/>
              <a:t>9/23/2019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774FCB-BC8C-4D64-A3D1-0BBD9A840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3AD0C-3907-46D4-8C50-87CC044FE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9EFA8-8DAF-4F9B-839C-99A0BA726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803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24C34-4DAE-4CE2-BAC9-91E250B1B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70D6F-4FD2-4485-B7DF-0760D216B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219024-A235-4FA5-8234-C18457FB7F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0E564-3C85-4349-A317-F766F286A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2FC91-F7F6-4631-9E6B-D16613B8DEC3}" type="datetimeFigureOut">
              <a:rPr lang="en-US" smtClean="0"/>
              <a:t>9/23/2019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BAE21C-0B39-433B-B8FB-C293D17E5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D32F83-90EA-40EE-A029-4ADE8F6A7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9EFA8-8DAF-4F9B-839C-99A0BA726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27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517CE-E246-408F-9290-AFF76858B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F64BAB-2C31-48EB-BC50-98FD45E836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B5DD5-42B3-47CF-8B59-D9A98B0012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949E0E-0B05-48F5-BDB0-EB4F26DE1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2FC91-F7F6-4631-9E6B-D16613B8DEC3}" type="datetimeFigureOut">
              <a:rPr lang="en-US" smtClean="0"/>
              <a:t>9/23/2019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81A08-C6AE-4A65-88F4-5E368A936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A4C46C-2FF5-463A-A0C7-7789398DB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9EFA8-8DAF-4F9B-839C-99A0BA726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757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1225F-838E-46DF-9153-6EBCA1E4D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E2FEBB-595D-4E6E-8497-7DDEB1002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1E46DC-8F26-47B9-BF1D-CBBFF3EA6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2FC91-F7F6-4631-9E6B-D16613B8DEC3}" type="datetimeFigureOut">
              <a:rPr lang="en-US" smtClean="0"/>
              <a:t>9/23/2019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E08B5-7700-48B8-A036-CFCD63418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C537B-3E84-4412-B674-D8588EB65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9EFA8-8DAF-4F9B-839C-99A0BA726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793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1888F0-3B2B-4ECF-9421-D2A7012BB2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7E7545-131E-4082-9AA7-51D0228F30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72AD5-C1C7-48AA-9884-8AE1189AD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2FC91-F7F6-4631-9E6B-D16613B8DEC3}" type="datetimeFigureOut">
              <a:rPr lang="en-US" smtClean="0"/>
              <a:t>9/23/2019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975F6-1178-479D-930B-35619A346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D1111-4C6A-42AC-9C95-321A07262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9EFA8-8DAF-4F9B-839C-99A0BA726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713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2A92CE-4B18-422F-8FC3-C82A95865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85A12-4EC1-4015-A5CD-DB59ABC0E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61E59-0539-4AE9-994F-FB9567E758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F2FC91-F7F6-4631-9E6B-D16613B8DEC3}" type="datetimeFigureOut">
              <a:rPr lang="en-US" smtClean="0"/>
              <a:t>9/23/2019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209D9-2AB0-4B7D-AB03-4FD1937348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A9B40-40F1-4D6E-A071-26CE012DD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9EFA8-8DAF-4F9B-839C-99A0BA726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699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F61C4-FAA8-4FDC-8645-6C513E4A9E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Carry Lookahead Adder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F399AD-5611-4778-B2D0-506E7C49D4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210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adder truth table">
            <a:extLst>
              <a:ext uri="{FF2B5EF4-FFF2-40B4-BE49-F238E27FC236}">
                <a16:creationId xmlns:a16="http://schemas.microsoft.com/office/drawing/2014/main" id="{FA362ADE-4396-4E86-BDC3-AE464A5E0D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6" r="40664"/>
          <a:stretch/>
        </p:blipFill>
        <p:spPr bwMode="auto">
          <a:xfrm>
            <a:off x="2966130" y="453006"/>
            <a:ext cx="3921232" cy="5826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mage result for adder truth table">
            <a:extLst>
              <a:ext uri="{FF2B5EF4-FFF2-40B4-BE49-F238E27FC236}">
                <a16:creationId xmlns:a16="http://schemas.microsoft.com/office/drawing/2014/main" id="{26117B7E-D34E-470E-AAAA-2E2FD21E01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53" t="1486"/>
          <a:stretch/>
        </p:blipFill>
        <p:spPr bwMode="auto">
          <a:xfrm>
            <a:off x="6887362" y="453006"/>
            <a:ext cx="1483441" cy="5826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1353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6A8FF21-B76D-4756-8BD2-8E9A8B53480A}"/>
              </a:ext>
            </a:extLst>
          </p:cNvPr>
          <p:cNvSpPr/>
          <p:nvPr/>
        </p:nvSpPr>
        <p:spPr>
          <a:xfrm>
            <a:off x="1736521" y="2894202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3693F9-5590-42FC-974E-A519058BEC3C}"/>
              </a:ext>
            </a:extLst>
          </p:cNvPr>
          <p:cNvSpPr/>
          <p:nvPr/>
        </p:nvSpPr>
        <p:spPr>
          <a:xfrm>
            <a:off x="4167931" y="2894202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84B682-188C-4C78-AB1F-39A2F724D087}"/>
              </a:ext>
            </a:extLst>
          </p:cNvPr>
          <p:cNvSpPr/>
          <p:nvPr/>
        </p:nvSpPr>
        <p:spPr>
          <a:xfrm>
            <a:off x="6593747" y="2894202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59FEEB-783E-47ED-9D3F-35B8254FD134}"/>
              </a:ext>
            </a:extLst>
          </p:cNvPr>
          <p:cNvSpPr/>
          <p:nvPr/>
        </p:nvSpPr>
        <p:spPr>
          <a:xfrm>
            <a:off x="9019563" y="2894202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63659DC-E9BE-430E-9518-B0E9FCEAAD46}"/>
              </a:ext>
            </a:extLst>
          </p:cNvPr>
          <p:cNvCxnSpPr>
            <a:stCxn id="5" idx="1"/>
            <a:endCxn id="4" idx="3"/>
          </p:cNvCxnSpPr>
          <p:nvPr/>
        </p:nvCxnSpPr>
        <p:spPr>
          <a:xfrm flipH="1">
            <a:off x="3011648" y="3607266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29FF720-99F9-4717-BFCF-73072A110F26}"/>
              </a:ext>
            </a:extLst>
          </p:cNvPr>
          <p:cNvCxnSpPr/>
          <p:nvPr/>
        </p:nvCxnSpPr>
        <p:spPr>
          <a:xfrm flipH="1">
            <a:off x="5443058" y="3607266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A6811BE-ECB2-48A8-B841-A5A94D5208C9}"/>
              </a:ext>
            </a:extLst>
          </p:cNvPr>
          <p:cNvCxnSpPr/>
          <p:nvPr/>
        </p:nvCxnSpPr>
        <p:spPr>
          <a:xfrm flipH="1">
            <a:off x="7863280" y="3610062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6D98222-6350-441B-BBE4-904A43C13A77}"/>
              </a:ext>
            </a:extLst>
          </p:cNvPr>
          <p:cNvCxnSpPr/>
          <p:nvPr/>
        </p:nvCxnSpPr>
        <p:spPr>
          <a:xfrm flipH="1">
            <a:off x="10294690" y="3636627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CE4E0E5-0EBB-41A8-AEB3-087C86AC05B9}"/>
              </a:ext>
            </a:extLst>
          </p:cNvPr>
          <p:cNvCxnSpPr/>
          <p:nvPr/>
        </p:nvCxnSpPr>
        <p:spPr>
          <a:xfrm flipH="1">
            <a:off x="580238" y="3591886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885A022-C31B-4140-9120-DC183DA2E17A}"/>
              </a:ext>
            </a:extLst>
          </p:cNvPr>
          <p:cNvSpPr/>
          <p:nvPr/>
        </p:nvSpPr>
        <p:spPr>
          <a:xfrm>
            <a:off x="1870744" y="1417740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A3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85C4279-A5D7-4558-849D-05621B537CA8}"/>
              </a:ext>
            </a:extLst>
          </p:cNvPr>
          <p:cNvSpPr/>
          <p:nvPr/>
        </p:nvSpPr>
        <p:spPr>
          <a:xfrm>
            <a:off x="2308370" y="2006367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B3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49B004A-A387-4296-89D1-215320B7DF15}"/>
              </a:ext>
            </a:extLst>
          </p:cNvPr>
          <p:cNvCxnSpPr>
            <a:stCxn id="32" idx="2"/>
          </p:cNvCxnSpPr>
          <p:nvPr/>
        </p:nvCxnSpPr>
        <p:spPr>
          <a:xfrm>
            <a:off x="2139192" y="1870745"/>
            <a:ext cx="0" cy="1023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4C5A8AA-8728-42B2-B27A-AA4A5159FB9F}"/>
              </a:ext>
            </a:extLst>
          </p:cNvPr>
          <p:cNvCxnSpPr>
            <a:stCxn id="33" idx="2"/>
          </p:cNvCxnSpPr>
          <p:nvPr/>
        </p:nvCxnSpPr>
        <p:spPr>
          <a:xfrm>
            <a:off x="2576818" y="2459372"/>
            <a:ext cx="0" cy="434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D1579D0A-93E3-43F0-986E-53999EA3C216}"/>
              </a:ext>
            </a:extLst>
          </p:cNvPr>
          <p:cNvSpPr/>
          <p:nvPr/>
        </p:nvSpPr>
        <p:spPr>
          <a:xfrm>
            <a:off x="4338506" y="1393273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A2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5FC4B46-1A5B-4B31-BD44-10820BB8A426}"/>
              </a:ext>
            </a:extLst>
          </p:cNvPr>
          <p:cNvSpPr/>
          <p:nvPr/>
        </p:nvSpPr>
        <p:spPr>
          <a:xfrm>
            <a:off x="4776132" y="1981900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B2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70A4CEE-8283-4830-B58A-B66C92828F44}"/>
              </a:ext>
            </a:extLst>
          </p:cNvPr>
          <p:cNvCxnSpPr>
            <a:stCxn id="38" idx="2"/>
          </p:cNvCxnSpPr>
          <p:nvPr/>
        </p:nvCxnSpPr>
        <p:spPr>
          <a:xfrm>
            <a:off x="4606954" y="1846278"/>
            <a:ext cx="0" cy="1023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259FA95-1601-4A07-B7B9-DFD478EC5E6C}"/>
              </a:ext>
            </a:extLst>
          </p:cNvPr>
          <p:cNvCxnSpPr>
            <a:stCxn id="39" idx="2"/>
          </p:cNvCxnSpPr>
          <p:nvPr/>
        </p:nvCxnSpPr>
        <p:spPr>
          <a:xfrm>
            <a:off x="5044580" y="2434905"/>
            <a:ext cx="0" cy="434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A5048C2C-8178-49C4-A137-07BD3FD45659}"/>
              </a:ext>
            </a:extLst>
          </p:cNvPr>
          <p:cNvSpPr/>
          <p:nvPr/>
        </p:nvSpPr>
        <p:spPr>
          <a:xfrm>
            <a:off x="6779704" y="1393273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D492DD2-D83A-42CE-B91A-BACAC05BE4CE}"/>
              </a:ext>
            </a:extLst>
          </p:cNvPr>
          <p:cNvSpPr/>
          <p:nvPr/>
        </p:nvSpPr>
        <p:spPr>
          <a:xfrm>
            <a:off x="7217330" y="1981900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B1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166C55D-D2B7-4BDE-9B1C-133A5591F465}"/>
              </a:ext>
            </a:extLst>
          </p:cNvPr>
          <p:cNvCxnSpPr>
            <a:stCxn id="42" idx="2"/>
          </p:cNvCxnSpPr>
          <p:nvPr/>
        </p:nvCxnSpPr>
        <p:spPr>
          <a:xfrm>
            <a:off x="7048152" y="1846278"/>
            <a:ext cx="0" cy="1023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06123E9-07C7-447A-A5C8-5639F756FD40}"/>
              </a:ext>
            </a:extLst>
          </p:cNvPr>
          <p:cNvCxnSpPr>
            <a:stCxn id="43" idx="2"/>
          </p:cNvCxnSpPr>
          <p:nvPr/>
        </p:nvCxnSpPr>
        <p:spPr>
          <a:xfrm>
            <a:off x="7485778" y="2434905"/>
            <a:ext cx="0" cy="434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E81A455E-E7C3-4587-A669-1E00FC9F350E}"/>
              </a:ext>
            </a:extLst>
          </p:cNvPr>
          <p:cNvSpPr/>
          <p:nvPr/>
        </p:nvSpPr>
        <p:spPr>
          <a:xfrm>
            <a:off x="9162175" y="1393273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2CD64A3-32FD-49A3-9770-E92F32F61D41}"/>
              </a:ext>
            </a:extLst>
          </p:cNvPr>
          <p:cNvSpPr/>
          <p:nvPr/>
        </p:nvSpPr>
        <p:spPr>
          <a:xfrm>
            <a:off x="9599801" y="1981900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B0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3132442-CA5B-4407-ADA0-4631E0370400}"/>
              </a:ext>
            </a:extLst>
          </p:cNvPr>
          <p:cNvCxnSpPr>
            <a:stCxn id="46" idx="2"/>
          </p:cNvCxnSpPr>
          <p:nvPr/>
        </p:nvCxnSpPr>
        <p:spPr>
          <a:xfrm>
            <a:off x="9430623" y="1846278"/>
            <a:ext cx="0" cy="1023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FC86FD8-C1C3-470B-9D69-3DC602949369}"/>
              </a:ext>
            </a:extLst>
          </p:cNvPr>
          <p:cNvCxnSpPr>
            <a:stCxn id="47" idx="2"/>
          </p:cNvCxnSpPr>
          <p:nvPr/>
        </p:nvCxnSpPr>
        <p:spPr>
          <a:xfrm>
            <a:off x="9868249" y="2434905"/>
            <a:ext cx="0" cy="434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52F93165-95F5-4C95-B053-25219165E115}"/>
              </a:ext>
            </a:extLst>
          </p:cNvPr>
          <p:cNvSpPr/>
          <p:nvPr/>
        </p:nvSpPr>
        <p:spPr>
          <a:xfrm>
            <a:off x="3321341" y="3024232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C2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9DF62EA-CD0B-4028-A42C-777DBBC7BA34}"/>
              </a:ext>
            </a:extLst>
          </p:cNvPr>
          <p:cNvSpPr/>
          <p:nvPr/>
        </p:nvSpPr>
        <p:spPr>
          <a:xfrm>
            <a:off x="889932" y="3039611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C3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B5ED374-9689-4494-AE46-7F63022FD458}"/>
              </a:ext>
            </a:extLst>
          </p:cNvPr>
          <p:cNvSpPr/>
          <p:nvPr/>
        </p:nvSpPr>
        <p:spPr>
          <a:xfrm>
            <a:off x="5768129" y="3024231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C1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55C8D1E-8372-4E14-AC24-E9DD62F975ED}"/>
              </a:ext>
            </a:extLst>
          </p:cNvPr>
          <p:cNvSpPr/>
          <p:nvPr/>
        </p:nvSpPr>
        <p:spPr>
          <a:xfrm>
            <a:off x="8172973" y="2989277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C0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2D8C9BD-761D-4C7E-A3A8-9120D29727A0}"/>
              </a:ext>
            </a:extLst>
          </p:cNvPr>
          <p:cNvSpPr/>
          <p:nvPr/>
        </p:nvSpPr>
        <p:spPr>
          <a:xfrm>
            <a:off x="10605780" y="3039611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Cin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4CEC51-D428-4FD4-ACE8-97C7974EDDDB}"/>
              </a:ext>
            </a:extLst>
          </p:cNvPr>
          <p:cNvSpPr txBox="1"/>
          <p:nvPr/>
        </p:nvSpPr>
        <p:spPr>
          <a:xfrm>
            <a:off x="2561440" y="3407220"/>
            <a:ext cx="72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Cin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49C236-8FA7-4A50-9E1B-9F3E740FA691}"/>
              </a:ext>
            </a:extLst>
          </p:cNvPr>
          <p:cNvSpPr txBox="1"/>
          <p:nvPr/>
        </p:nvSpPr>
        <p:spPr>
          <a:xfrm>
            <a:off x="1715550" y="3398831"/>
            <a:ext cx="72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Cout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515A761-978B-4DD0-AB70-26F6F8E687DA}"/>
              </a:ext>
            </a:extLst>
          </p:cNvPr>
          <p:cNvSpPr txBox="1"/>
          <p:nvPr/>
        </p:nvSpPr>
        <p:spPr>
          <a:xfrm>
            <a:off x="1906399" y="2863442"/>
            <a:ext cx="72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54D320F-8BEB-4DB5-BC6A-D1E9A7D5DD27}"/>
              </a:ext>
            </a:extLst>
          </p:cNvPr>
          <p:cNvSpPr txBox="1"/>
          <p:nvPr/>
        </p:nvSpPr>
        <p:spPr>
          <a:xfrm>
            <a:off x="2444694" y="2855053"/>
            <a:ext cx="72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C54996E-F28B-41B1-ABFA-A5647A209861}"/>
              </a:ext>
            </a:extLst>
          </p:cNvPr>
          <p:cNvSpPr txBox="1"/>
          <p:nvPr/>
        </p:nvSpPr>
        <p:spPr>
          <a:xfrm>
            <a:off x="2243359" y="3996059"/>
            <a:ext cx="72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A052D3F-EB46-48FB-9996-D16F38BCFB3F}"/>
              </a:ext>
            </a:extLst>
          </p:cNvPr>
          <p:cNvCxnSpPr>
            <a:cxnSpLocks/>
          </p:cNvCxnSpPr>
          <p:nvPr/>
        </p:nvCxnSpPr>
        <p:spPr>
          <a:xfrm>
            <a:off x="2374084" y="4320330"/>
            <a:ext cx="0" cy="595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9FEA4BF0-4D2F-4B19-959A-025663F4D40B}"/>
              </a:ext>
            </a:extLst>
          </p:cNvPr>
          <p:cNvSpPr/>
          <p:nvPr/>
        </p:nvSpPr>
        <p:spPr>
          <a:xfrm>
            <a:off x="2097251" y="4917347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70D3E7D-00A6-495D-8FA1-DD0BA2EB5DAF}"/>
              </a:ext>
            </a:extLst>
          </p:cNvPr>
          <p:cNvSpPr txBox="1"/>
          <p:nvPr/>
        </p:nvSpPr>
        <p:spPr>
          <a:xfrm>
            <a:off x="5004382" y="3442282"/>
            <a:ext cx="72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Cin</a:t>
            </a:r>
            <a:endParaRPr 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79A7A70-32A1-4D1E-A60E-D2180ECB3C97}"/>
              </a:ext>
            </a:extLst>
          </p:cNvPr>
          <p:cNvSpPr txBox="1"/>
          <p:nvPr/>
        </p:nvSpPr>
        <p:spPr>
          <a:xfrm>
            <a:off x="4158492" y="3433893"/>
            <a:ext cx="72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Cout</a:t>
            </a:r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5684C7C-658A-40CC-8655-247F84C60FD9}"/>
              </a:ext>
            </a:extLst>
          </p:cNvPr>
          <p:cNvSpPr txBox="1"/>
          <p:nvPr/>
        </p:nvSpPr>
        <p:spPr>
          <a:xfrm>
            <a:off x="4349341" y="2898504"/>
            <a:ext cx="72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EAA981C-8682-425B-B9ED-DBD554C6082A}"/>
              </a:ext>
            </a:extLst>
          </p:cNvPr>
          <p:cNvSpPr txBox="1"/>
          <p:nvPr/>
        </p:nvSpPr>
        <p:spPr>
          <a:xfrm>
            <a:off x="4887636" y="2890115"/>
            <a:ext cx="72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E23D3F8-3AC8-41AE-B91F-74D237FD94C0}"/>
              </a:ext>
            </a:extLst>
          </p:cNvPr>
          <p:cNvSpPr txBox="1"/>
          <p:nvPr/>
        </p:nvSpPr>
        <p:spPr>
          <a:xfrm>
            <a:off x="4686301" y="4031121"/>
            <a:ext cx="72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0DBCF207-9C44-468D-A683-649F4E4EB6D0}"/>
              </a:ext>
            </a:extLst>
          </p:cNvPr>
          <p:cNvCxnSpPr>
            <a:cxnSpLocks/>
          </p:cNvCxnSpPr>
          <p:nvPr/>
        </p:nvCxnSpPr>
        <p:spPr>
          <a:xfrm>
            <a:off x="4817026" y="4355392"/>
            <a:ext cx="0" cy="595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7893C37A-80BA-4F9F-AF96-8278A563917C}"/>
              </a:ext>
            </a:extLst>
          </p:cNvPr>
          <p:cNvSpPr/>
          <p:nvPr/>
        </p:nvSpPr>
        <p:spPr>
          <a:xfrm>
            <a:off x="4540193" y="4952409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0BC3514-FABF-4108-AD80-BA3397312074}"/>
              </a:ext>
            </a:extLst>
          </p:cNvPr>
          <p:cNvSpPr txBox="1"/>
          <p:nvPr/>
        </p:nvSpPr>
        <p:spPr>
          <a:xfrm>
            <a:off x="7438065" y="3417008"/>
            <a:ext cx="72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Cin</a:t>
            </a:r>
            <a:endParaRPr lang="en-US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68AD17B-8D79-4F1C-ADC6-E9F21F886329}"/>
              </a:ext>
            </a:extLst>
          </p:cNvPr>
          <p:cNvSpPr txBox="1"/>
          <p:nvPr/>
        </p:nvSpPr>
        <p:spPr>
          <a:xfrm>
            <a:off x="6592175" y="3408619"/>
            <a:ext cx="72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Cout</a:t>
            </a:r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439D418-9766-4918-B097-C14B23805EB0}"/>
              </a:ext>
            </a:extLst>
          </p:cNvPr>
          <p:cNvSpPr txBox="1"/>
          <p:nvPr/>
        </p:nvSpPr>
        <p:spPr>
          <a:xfrm>
            <a:off x="6783024" y="2873230"/>
            <a:ext cx="72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84FE9F1-CB66-46D7-892D-016AD53C8926}"/>
              </a:ext>
            </a:extLst>
          </p:cNvPr>
          <p:cNvSpPr txBox="1"/>
          <p:nvPr/>
        </p:nvSpPr>
        <p:spPr>
          <a:xfrm>
            <a:off x="7321319" y="2864841"/>
            <a:ext cx="72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CFC0860-8461-42B8-91C0-26BA8B318D84}"/>
              </a:ext>
            </a:extLst>
          </p:cNvPr>
          <p:cNvSpPr txBox="1"/>
          <p:nvPr/>
        </p:nvSpPr>
        <p:spPr>
          <a:xfrm>
            <a:off x="7119984" y="4005847"/>
            <a:ext cx="72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AD889060-9C36-4DDE-A28A-DEB3DD9AF4B9}"/>
              </a:ext>
            </a:extLst>
          </p:cNvPr>
          <p:cNvCxnSpPr>
            <a:cxnSpLocks/>
          </p:cNvCxnSpPr>
          <p:nvPr/>
        </p:nvCxnSpPr>
        <p:spPr>
          <a:xfrm>
            <a:off x="7250709" y="4330118"/>
            <a:ext cx="0" cy="595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A27B79AC-3FB7-431D-A6D3-35367FA52C3C}"/>
              </a:ext>
            </a:extLst>
          </p:cNvPr>
          <p:cNvSpPr/>
          <p:nvPr/>
        </p:nvSpPr>
        <p:spPr>
          <a:xfrm>
            <a:off x="6973876" y="4927135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FFF72E5-91E9-4B0D-8982-A958DEE24456}"/>
              </a:ext>
            </a:extLst>
          </p:cNvPr>
          <p:cNvSpPr txBox="1"/>
          <p:nvPr/>
        </p:nvSpPr>
        <p:spPr>
          <a:xfrm>
            <a:off x="9834350" y="3415609"/>
            <a:ext cx="72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Cin</a:t>
            </a:r>
            <a:endParaRPr 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E4A844-4256-4592-9B7B-BB47A4653D12}"/>
              </a:ext>
            </a:extLst>
          </p:cNvPr>
          <p:cNvSpPr txBox="1"/>
          <p:nvPr/>
        </p:nvSpPr>
        <p:spPr>
          <a:xfrm>
            <a:off x="8988460" y="3407220"/>
            <a:ext cx="72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Cout</a:t>
            </a:r>
            <a:endParaRPr 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8962E0A-F5AE-47E1-8E18-4E8B2B6C6AFE}"/>
              </a:ext>
            </a:extLst>
          </p:cNvPr>
          <p:cNvSpPr txBox="1"/>
          <p:nvPr/>
        </p:nvSpPr>
        <p:spPr>
          <a:xfrm>
            <a:off x="9179309" y="2871831"/>
            <a:ext cx="72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C9E8130-03E1-4D97-AF6B-42A01F4A6318}"/>
              </a:ext>
            </a:extLst>
          </p:cNvPr>
          <p:cNvSpPr txBox="1"/>
          <p:nvPr/>
        </p:nvSpPr>
        <p:spPr>
          <a:xfrm>
            <a:off x="9717604" y="2863442"/>
            <a:ext cx="72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40F9E08-7EE1-489A-AB8F-389BCA4E7113}"/>
              </a:ext>
            </a:extLst>
          </p:cNvPr>
          <p:cNvSpPr txBox="1"/>
          <p:nvPr/>
        </p:nvSpPr>
        <p:spPr>
          <a:xfrm>
            <a:off x="9516269" y="4004448"/>
            <a:ext cx="72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1B82A411-65CF-40BB-A530-F674E6C8DE25}"/>
              </a:ext>
            </a:extLst>
          </p:cNvPr>
          <p:cNvCxnSpPr>
            <a:cxnSpLocks/>
          </p:cNvCxnSpPr>
          <p:nvPr/>
        </p:nvCxnSpPr>
        <p:spPr>
          <a:xfrm>
            <a:off x="9646994" y="4328719"/>
            <a:ext cx="0" cy="595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B32F7EA5-F231-45C0-B6F4-D32F5AD1E23F}"/>
              </a:ext>
            </a:extLst>
          </p:cNvPr>
          <p:cNvSpPr/>
          <p:nvPr/>
        </p:nvSpPr>
        <p:spPr>
          <a:xfrm>
            <a:off x="9370161" y="4925736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S0</a:t>
            </a:r>
          </a:p>
        </p:txBody>
      </p:sp>
    </p:spTree>
    <p:extLst>
      <p:ext uri="{BB962C8B-B14F-4D97-AF65-F5344CB8AC3E}">
        <p14:creationId xmlns:p14="http://schemas.microsoft.com/office/powerpoint/2010/main" val="3764048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6A8FF21-B76D-4756-8BD2-8E9A8B53480A}"/>
              </a:ext>
            </a:extLst>
          </p:cNvPr>
          <p:cNvSpPr/>
          <p:nvPr/>
        </p:nvSpPr>
        <p:spPr>
          <a:xfrm>
            <a:off x="1736521" y="2894202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3693F9-5590-42FC-974E-A519058BEC3C}"/>
              </a:ext>
            </a:extLst>
          </p:cNvPr>
          <p:cNvSpPr/>
          <p:nvPr/>
        </p:nvSpPr>
        <p:spPr>
          <a:xfrm>
            <a:off x="4167931" y="2894202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84B682-188C-4C78-AB1F-39A2F724D087}"/>
              </a:ext>
            </a:extLst>
          </p:cNvPr>
          <p:cNvSpPr/>
          <p:nvPr/>
        </p:nvSpPr>
        <p:spPr>
          <a:xfrm>
            <a:off x="6593747" y="2894202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59FEEB-783E-47ED-9D3F-35B8254FD134}"/>
              </a:ext>
            </a:extLst>
          </p:cNvPr>
          <p:cNvSpPr/>
          <p:nvPr/>
        </p:nvSpPr>
        <p:spPr>
          <a:xfrm>
            <a:off x="9019563" y="2894202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63659DC-E9BE-430E-9518-B0E9FCEAAD46}"/>
              </a:ext>
            </a:extLst>
          </p:cNvPr>
          <p:cNvCxnSpPr>
            <a:stCxn id="5" idx="1"/>
            <a:endCxn id="4" idx="3"/>
          </p:cNvCxnSpPr>
          <p:nvPr/>
        </p:nvCxnSpPr>
        <p:spPr>
          <a:xfrm flipH="1">
            <a:off x="3011648" y="3607266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29FF720-99F9-4717-BFCF-73072A110F26}"/>
              </a:ext>
            </a:extLst>
          </p:cNvPr>
          <p:cNvCxnSpPr/>
          <p:nvPr/>
        </p:nvCxnSpPr>
        <p:spPr>
          <a:xfrm flipH="1">
            <a:off x="5443058" y="3607266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A6811BE-ECB2-48A8-B841-A5A94D5208C9}"/>
              </a:ext>
            </a:extLst>
          </p:cNvPr>
          <p:cNvCxnSpPr/>
          <p:nvPr/>
        </p:nvCxnSpPr>
        <p:spPr>
          <a:xfrm flipH="1">
            <a:off x="7863280" y="3610062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6D98222-6350-441B-BBE4-904A43C13A77}"/>
              </a:ext>
            </a:extLst>
          </p:cNvPr>
          <p:cNvCxnSpPr/>
          <p:nvPr/>
        </p:nvCxnSpPr>
        <p:spPr>
          <a:xfrm flipH="1">
            <a:off x="10294690" y="3636627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CE4E0E5-0EBB-41A8-AEB3-087C86AC05B9}"/>
              </a:ext>
            </a:extLst>
          </p:cNvPr>
          <p:cNvCxnSpPr/>
          <p:nvPr/>
        </p:nvCxnSpPr>
        <p:spPr>
          <a:xfrm flipH="1">
            <a:off x="580238" y="3591886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885A022-C31B-4140-9120-DC183DA2E17A}"/>
              </a:ext>
            </a:extLst>
          </p:cNvPr>
          <p:cNvSpPr/>
          <p:nvPr/>
        </p:nvSpPr>
        <p:spPr>
          <a:xfrm>
            <a:off x="1870744" y="1417740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85C4279-A5D7-4558-849D-05621B537CA8}"/>
              </a:ext>
            </a:extLst>
          </p:cNvPr>
          <p:cNvSpPr/>
          <p:nvPr/>
        </p:nvSpPr>
        <p:spPr>
          <a:xfrm>
            <a:off x="2308370" y="2006367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49B004A-A387-4296-89D1-215320B7DF15}"/>
              </a:ext>
            </a:extLst>
          </p:cNvPr>
          <p:cNvCxnSpPr>
            <a:stCxn id="32" idx="2"/>
          </p:cNvCxnSpPr>
          <p:nvPr/>
        </p:nvCxnSpPr>
        <p:spPr>
          <a:xfrm>
            <a:off x="2139192" y="1870745"/>
            <a:ext cx="0" cy="1023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4C5A8AA-8728-42B2-B27A-AA4A5159FB9F}"/>
              </a:ext>
            </a:extLst>
          </p:cNvPr>
          <p:cNvCxnSpPr>
            <a:stCxn id="33" idx="2"/>
          </p:cNvCxnSpPr>
          <p:nvPr/>
        </p:nvCxnSpPr>
        <p:spPr>
          <a:xfrm>
            <a:off x="2576818" y="2459372"/>
            <a:ext cx="0" cy="434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D1579D0A-93E3-43F0-986E-53999EA3C216}"/>
              </a:ext>
            </a:extLst>
          </p:cNvPr>
          <p:cNvSpPr/>
          <p:nvPr/>
        </p:nvSpPr>
        <p:spPr>
          <a:xfrm>
            <a:off x="4338506" y="1393273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5FC4B46-1A5B-4B31-BD44-10820BB8A426}"/>
              </a:ext>
            </a:extLst>
          </p:cNvPr>
          <p:cNvSpPr/>
          <p:nvPr/>
        </p:nvSpPr>
        <p:spPr>
          <a:xfrm>
            <a:off x="4776132" y="1981900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70A4CEE-8283-4830-B58A-B66C92828F44}"/>
              </a:ext>
            </a:extLst>
          </p:cNvPr>
          <p:cNvCxnSpPr>
            <a:stCxn id="38" idx="2"/>
          </p:cNvCxnSpPr>
          <p:nvPr/>
        </p:nvCxnSpPr>
        <p:spPr>
          <a:xfrm>
            <a:off x="4606954" y="1846278"/>
            <a:ext cx="0" cy="1023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259FA95-1601-4A07-B7B9-DFD478EC5E6C}"/>
              </a:ext>
            </a:extLst>
          </p:cNvPr>
          <p:cNvCxnSpPr>
            <a:stCxn id="39" idx="2"/>
          </p:cNvCxnSpPr>
          <p:nvPr/>
        </p:nvCxnSpPr>
        <p:spPr>
          <a:xfrm>
            <a:off x="5044580" y="2434905"/>
            <a:ext cx="0" cy="434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A5048C2C-8178-49C4-A137-07BD3FD45659}"/>
              </a:ext>
            </a:extLst>
          </p:cNvPr>
          <p:cNvSpPr/>
          <p:nvPr/>
        </p:nvSpPr>
        <p:spPr>
          <a:xfrm>
            <a:off x="6779704" y="1393273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D492DD2-D83A-42CE-B91A-BACAC05BE4CE}"/>
              </a:ext>
            </a:extLst>
          </p:cNvPr>
          <p:cNvSpPr/>
          <p:nvPr/>
        </p:nvSpPr>
        <p:spPr>
          <a:xfrm>
            <a:off x="7217330" y="1981900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166C55D-D2B7-4BDE-9B1C-133A5591F465}"/>
              </a:ext>
            </a:extLst>
          </p:cNvPr>
          <p:cNvCxnSpPr>
            <a:stCxn id="42" idx="2"/>
          </p:cNvCxnSpPr>
          <p:nvPr/>
        </p:nvCxnSpPr>
        <p:spPr>
          <a:xfrm>
            <a:off x="7048152" y="1846278"/>
            <a:ext cx="0" cy="1023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06123E9-07C7-447A-A5C8-5639F756FD40}"/>
              </a:ext>
            </a:extLst>
          </p:cNvPr>
          <p:cNvCxnSpPr>
            <a:stCxn id="43" idx="2"/>
          </p:cNvCxnSpPr>
          <p:nvPr/>
        </p:nvCxnSpPr>
        <p:spPr>
          <a:xfrm>
            <a:off x="7485778" y="2434905"/>
            <a:ext cx="0" cy="434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E81A455E-E7C3-4587-A669-1E00FC9F350E}"/>
              </a:ext>
            </a:extLst>
          </p:cNvPr>
          <p:cNvSpPr/>
          <p:nvPr/>
        </p:nvSpPr>
        <p:spPr>
          <a:xfrm>
            <a:off x="9162175" y="1393273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2CD64A3-32FD-49A3-9770-E92F32F61D41}"/>
              </a:ext>
            </a:extLst>
          </p:cNvPr>
          <p:cNvSpPr/>
          <p:nvPr/>
        </p:nvSpPr>
        <p:spPr>
          <a:xfrm>
            <a:off x="9599801" y="1981900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3132442-CA5B-4407-ADA0-4631E0370400}"/>
              </a:ext>
            </a:extLst>
          </p:cNvPr>
          <p:cNvCxnSpPr>
            <a:stCxn id="46" idx="2"/>
          </p:cNvCxnSpPr>
          <p:nvPr/>
        </p:nvCxnSpPr>
        <p:spPr>
          <a:xfrm>
            <a:off x="9430623" y="1846278"/>
            <a:ext cx="0" cy="1023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FC86FD8-C1C3-470B-9D69-3DC602949369}"/>
              </a:ext>
            </a:extLst>
          </p:cNvPr>
          <p:cNvCxnSpPr>
            <a:stCxn id="47" idx="2"/>
          </p:cNvCxnSpPr>
          <p:nvPr/>
        </p:nvCxnSpPr>
        <p:spPr>
          <a:xfrm>
            <a:off x="9868249" y="2434905"/>
            <a:ext cx="0" cy="434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52F93165-95F5-4C95-B053-25219165E115}"/>
              </a:ext>
            </a:extLst>
          </p:cNvPr>
          <p:cNvSpPr/>
          <p:nvPr/>
        </p:nvSpPr>
        <p:spPr>
          <a:xfrm>
            <a:off x="3625441" y="3039611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9DF62EA-CD0B-4028-A42C-777DBBC7BA34}"/>
              </a:ext>
            </a:extLst>
          </p:cNvPr>
          <p:cNvSpPr/>
          <p:nvPr/>
        </p:nvSpPr>
        <p:spPr>
          <a:xfrm>
            <a:off x="889932" y="3039611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B5ED374-9689-4494-AE46-7F63022FD458}"/>
              </a:ext>
            </a:extLst>
          </p:cNvPr>
          <p:cNvSpPr/>
          <p:nvPr/>
        </p:nvSpPr>
        <p:spPr>
          <a:xfrm>
            <a:off x="6056851" y="3024229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55C8D1E-8372-4E14-AC24-E9DD62F975ED}"/>
              </a:ext>
            </a:extLst>
          </p:cNvPr>
          <p:cNvSpPr/>
          <p:nvPr/>
        </p:nvSpPr>
        <p:spPr>
          <a:xfrm>
            <a:off x="8440025" y="3024230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2D8C9BD-761D-4C7E-A3A8-9120D29727A0}"/>
              </a:ext>
            </a:extLst>
          </p:cNvPr>
          <p:cNvSpPr/>
          <p:nvPr/>
        </p:nvSpPr>
        <p:spPr>
          <a:xfrm>
            <a:off x="10605780" y="3039611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" name="Flowchart: Process 1">
            <a:extLst>
              <a:ext uri="{FF2B5EF4-FFF2-40B4-BE49-F238E27FC236}">
                <a16:creationId xmlns:a16="http://schemas.microsoft.com/office/drawing/2014/main" id="{CBAEE9CD-61D6-4FF6-941B-F98CD171969D}"/>
              </a:ext>
            </a:extLst>
          </p:cNvPr>
          <p:cNvSpPr/>
          <p:nvPr/>
        </p:nvSpPr>
        <p:spPr>
          <a:xfrm>
            <a:off x="1350628" y="260059"/>
            <a:ext cx="4890781" cy="748707"/>
          </a:xfrm>
          <a:prstGeom prst="flowChart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Compute 0101b + 0111b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518979D-0411-4E49-A16C-776BD3BC0B52}"/>
              </a:ext>
            </a:extLst>
          </p:cNvPr>
          <p:cNvSpPr txBox="1"/>
          <p:nvPr/>
        </p:nvSpPr>
        <p:spPr>
          <a:xfrm>
            <a:off x="2561440" y="3407220"/>
            <a:ext cx="72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Cin</a:t>
            </a:r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F91D872-D51B-4961-B1A3-8C6F082AC43A}"/>
              </a:ext>
            </a:extLst>
          </p:cNvPr>
          <p:cNvSpPr txBox="1"/>
          <p:nvPr/>
        </p:nvSpPr>
        <p:spPr>
          <a:xfrm>
            <a:off x="1715550" y="3398831"/>
            <a:ext cx="72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Cout</a:t>
            </a:r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FB79DD0-F00E-417B-832C-1655CF3E4340}"/>
              </a:ext>
            </a:extLst>
          </p:cNvPr>
          <p:cNvSpPr txBox="1"/>
          <p:nvPr/>
        </p:nvSpPr>
        <p:spPr>
          <a:xfrm>
            <a:off x="1906399" y="2863442"/>
            <a:ext cx="72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3DEBAFD-BC6B-47AC-AC2E-2D4E2E6DDD4C}"/>
              </a:ext>
            </a:extLst>
          </p:cNvPr>
          <p:cNvSpPr txBox="1"/>
          <p:nvPr/>
        </p:nvSpPr>
        <p:spPr>
          <a:xfrm>
            <a:off x="2444694" y="2855053"/>
            <a:ext cx="72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4B053B3-EFB7-4B6C-AD4F-219644227457}"/>
              </a:ext>
            </a:extLst>
          </p:cNvPr>
          <p:cNvSpPr txBox="1"/>
          <p:nvPr/>
        </p:nvSpPr>
        <p:spPr>
          <a:xfrm>
            <a:off x="2243359" y="3996059"/>
            <a:ext cx="72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A08E023-2CFF-44DB-A14E-2589C33AF297}"/>
              </a:ext>
            </a:extLst>
          </p:cNvPr>
          <p:cNvCxnSpPr>
            <a:cxnSpLocks/>
          </p:cNvCxnSpPr>
          <p:nvPr/>
        </p:nvCxnSpPr>
        <p:spPr>
          <a:xfrm>
            <a:off x="2374084" y="4320330"/>
            <a:ext cx="0" cy="595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5EF2FB20-851E-424E-848E-C930EE80243B}"/>
              </a:ext>
            </a:extLst>
          </p:cNvPr>
          <p:cNvSpPr/>
          <p:nvPr/>
        </p:nvSpPr>
        <p:spPr>
          <a:xfrm>
            <a:off x="2097251" y="4917347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3158519-873B-4B2B-9371-836F0A10BE8A}"/>
              </a:ext>
            </a:extLst>
          </p:cNvPr>
          <p:cNvSpPr txBox="1"/>
          <p:nvPr/>
        </p:nvSpPr>
        <p:spPr>
          <a:xfrm>
            <a:off x="5004382" y="3442282"/>
            <a:ext cx="72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Cin</a:t>
            </a:r>
            <a:endParaRPr 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E9E8478-A5C2-4ED1-834D-9BD413197DE2}"/>
              </a:ext>
            </a:extLst>
          </p:cNvPr>
          <p:cNvSpPr txBox="1"/>
          <p:nvPr/>
        </p:nvSpPr>
        <p:spPr>
          <a:xfrm>
            <a:off x="4158492" y="3433893"/>
            <a:ext cx="72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Cout</a:t>
            </a:r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2B5F048-DB09-4FD5-9B4D-B8CDBD0CD7B0}"/>
              </a:ext>
            </a:extLst>
          </p:cNvPr>
          <p:cNvSpPr txBox="1"/>
          <p:nvPr/>
        </p:nvSpPr>
        <p:spPr>
          <a:xfrm>
            <a:off x="4349341" y="2898504"/>
            <a:ext cx="72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F263721-FA48-44FF-829D-E5D688ABE01C}"/>
              </a:ext>
            </a:extLst>
          </p:cNvPr>
          <p:cNvSpPr txBox="1"/>
          <p:nvPr/>
        </p:nvSpPr>
        <p:spPr>
          <a:xfrm>
            <a:off x="4887636" y="2890115"/>
            <a:ext cx="72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F187BE2-A62B-4AFD-AD20-7FCB19185162}"/>
              </a:ext>
            </a:extLst>
          </p:cNvPr>
          <p:cNvSpPr txBox="1"/>
          <p:nvPr/>
        </p:nvSpPr>
        <p:spPr>
          <a:xfrm>
            <a:off x="4686301" y="4031121"/>
            <a:ext cx="72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3BDE6D73-452B-46D3-A6EB-39272CC5A9ED}"/>
              </a:ext>
            </a:extLst>
          </p:cNvPr>
          <p:cNvCxnSpPr>
            <a:cxnSpLocks/>
          </p:cNvCxnSpPr>
          <p:nvPr/>
        </p:nvCxnSpPr>
        <p:spPr>
          <a:xfrm>
            <a:off x="4817026" y="4355392"/>
            <a:ext cx="0" cy="595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A461E41F-3157-46D6-9EBE-EE8A697E06EA}"/>
              </a:ext>
            </a:extLst>
          </p:cNvPr>
          <p:cNvSpPr/>
          <p:nvPr/>
        </p:nvSpPr>
        <p:spPr>
          <a:xfrm>
            <a:off x="4540193" y="4952409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8D352B1-174E-4FDC-B64C-7C09262931C3}"/>
              </a:ext>
            </a:extLst>
          </p:cNvPr>
          <p:cNvSpPr txBox="1"/>
          <p:nvPr/>
        </p:nvSpPr>
        <p:spPr>
          <a:xfrm>
            <a:off x="7438065" y="3417008"/>
            <a:ext cx="72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Cin</a:t>
            </a:r>
            <a:endParaRPr 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2C8113A-4B85-4C7E-963F-9FE950B0440A}"/>
              </a:ext>
            </a:extLst>
          </p:cNvPr>
          <p:cNvSpPr txBox="1"/>
          <p:nvPr/>
        </p:nvSpPr>
        <p:spPr>
          <a:xfrm>
            <a:off x="6592175" y="3408619"/>
            <a:ext cx="72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Cout</a:t>
            </a:r>
            <a:endParaRPr lang="en-US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7BFA9DE-1069-40CA-B485-BA90D38FBA01}"/>
              </a:ext>
            </a:extLst>
          </p:cNvPr>
          <p:cNvSpPr txBox="1"/>
          <p:nvPr/>
        </p:nvSpPr>
        <p:spPr>
          <a:xfrm>
            <a:off x="6783024" y="2873230"/>
            <a:ext cx="72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0688AB8-789D-46C1-98D4-B34CE74D8BD4}"/>
              </a:ext>
            </a:extLst>
          </p:cNvPr>
          <p:cNvSpPr txBox="1"/>
          <p:nvPr/>
        </p:nvSpPr>
        <p:spPr>
          <a:xfrm>
            <a:off x="7321319" y="2864841"/>
            <a:ext cx="72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021CEF0-483A-4FF7-B5E0-7D869B6860A1}"/>
              </a:ext>
            </a:extLst>
          </p:cNvPr>
          <p:cNvSpPr txBox="1"/>
          <p:nvPr/>
        </p:nvSpPr>
        <p:spPr>
          <a:xfrm>
            <a:off x="7119984" y="4005847"/>
            <a:ext cx="72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568FA7BB-DC29-4817-988E-B03A9A30BCF7}"/>
              </a:ext>
            </a:extLst>
          </p:cNvPr>
          <p:cNvCxnSpPr>
            <a:cxnSpLocks/>
          </p:cNvCxnSpPr>
          <p:nvPr/>
        </p:nvCxnSpPr>
        <p:spPr>
          <a:xfrm>
            <a:off x="7250709" y="4330118"/>
            <a:ext cx="0" cy="595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EADA892C-702D-40A1-9BD0-F293C59F674E}"/>
              </a:ext>
            </a:extLst>
          </p:cNvPr>
          <p:cNvSpPr/>
          <p:nvPr/>
        </p:nvSpPr>
        <p:spPr>
          <a:xfrm>
            <a:off x="6973876" y="4927135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36D125E-6D15-4952-91FA-E6AB84E08EDC}"/>
              </a:ext>
            </a:extLst>
          </p:cNvPr>
          <p:cNvSpPr txBox="1"/>
          <p:nvPr/>
        </p:nvSpPr>
        <p:spPr>
          <a:xfrm>
            <a:off x="9834350" y="3415609"/>
            <a:ext cx="72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Cin</a:t>
            </a:r>
            <a:endParaRPr lang="en-US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E994C56-7473-4B0E-B97B-5768234DCDF9}"/>
              </a:ext>
            </a:extLst>
          </p:cNvPr>
          <p:cNvSpPr txBox="1"/>
          <p:nvPr/>
        </p:nvSpPr>
        <p:spPr>
          <a:xfrm>
            <a:off x="8988460" y="3407220"/>
            <a:ext cx="72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Cout</a:t>
            </a:r>
            <a:endParaRPr lang="en-US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27C5117-A5D6-40AF-B1EC-1086B62719B3}"/>
              </a:ext>
            </a:extLst>
          </p:cNvPr>
          <p:cNvSpPr txBox="1"/>
          <p:nvPr/>
        </p:nvSpPr>
        <p:spPr>
          <a:xfrm>
            <a:off x="9179309" y="2871831"/>
            <a:ext cx="72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79B718D-CA60-4340-9199-CFA985752069}"/>
              </a:ext>
            </a:extLst>
          </p:cNvPr>
          <p:cNvSpPr txBox="1"/>
          <p:nvPr/>
        </p:nvSpPr>
        <p:spPr>
          <a:xfrm>
            <a:off x="9717604" y="2863442"/>
            <a:ext cx="72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EF767F2-BD0C-42FC-A30E-D46D4754BF06}"/>
              </a:ext>
            </a:extLst>
          </p:cNvPr>
          <p:cNvSpPr txBox="1"/>
          <p:nvPr/>
        </p:nvSpPr>
        <p:spPr>
          <a:xfrm>
            <a:off x="9516269" y="4004448"/>
            <a:ext cx="72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68D1F10-3E36-4964-B943-6BFDB7885A96}"/>
              </a:ext>
            </a:extLst>
          </p:cNvPr>
          <p:cNvCxnSpPr>
            <a:cxnSpLocks/>
          </p:cNvCxnSpPr>
          <p:nvPr/>
        </p:nvCxnSpPr>
        <p:spPr>
          <a:xfrm>
            <a:off x="9646994" y="4328719"/>
            <a:ext cx="0" cy="595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B5B23245-76A2-4939-818C-8FD43C4FF705}"/>
              </a:ext>
            </a:extLst>
          </p:cNvPr>
          <p:cNvSpPr/>
          <p:nvPr/>
        </p:nvSpPr>
        <p:spPr>
          <a:xfrm>
            <a:off x="9370161" y="4925736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S0</a:t>
            </a:r>
          </a:p>
        </p:txBody>
      </p:sp>
    </p:spTree>
    <p:extLst>
      <p:ext uri="{BB962C8B-B14F-4D97-AF65-F5344CB8AC3E}">
        <p14:creationId xmlns:p14="http://schemas.microsoft.com/office/powerpoint/2010/main" val="242782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2.59259E-6 L -0.04752 0.00255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83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59259E-6 L -0.05273 -0.0004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43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2.59259E-6 L -0.05898 2.59259E-6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5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0" grpId="1" animBg="1"/>
      <p:bldP spid="51" grpId="0" animBg="1"/>
      <p:bldP spid="52" grpId="0" animBg="1"/>
      <p:bldP spid="52" grpId="1" animBg="1"/>
      <p:bldP spid="53" grpId="0" animBg="1"/>
      <p:bldP spid="53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6A8FF21-B76D-4756-8BD2-8E9A8B53480A}"/>
              </a:ext>
            </a:extLst>
          </p:cNvPr>
          <p:cNvSpPr/>
          <p:nvPr/>
        </p:nvSpPr>
        <p:spPr>
          <a:xfrm>
            <a:off x="1736521" y="2894202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Adder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3693F9-5590-42FC-974E-A519058BEC3C}"/>
              </a:ext>
            </a:extLst>
          </p:cNvPr>
          <p:cNvSpPr/>
          <p:nvPr/>
        </p:nvSpPr>
        <p:spPr>
          <a:xfrm>
            <a:off x="4167931" y="2894202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Adder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84B682-188C-4C78-AB1F-39A2F724D087}"/>
              </a:ext>
            </a:extLst>
          </p:cNvPr>
          <p:cNvSpPr/>
          <p:nvPr/>
        </p:nvSpPr>
        <p:spPr>
          <a:xfrm>
            <a:off x="6593747" y="2894202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Adder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59FEEB-783E-47ED-9D3F-35B8254FD134}"/>
              </a:ext>
            </a:extLst>
          </p:cNvPr>
          <p:cNvSpPr/>
          <p:nvPr/>
        </p:nvSpPr>
        <p:spPr>
          <a:xfrm>
            <a:off x="9019563" y="2894202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Adder 0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63659DC-E9BE-430E-9518-B0E9FCEAAD46}"/>
              </a:ext>
            </a:extLst>
          </p:cNvPr>
          <p:cNvCxnSpPr>
            <a:stCxn id="5" idx="1"/>
            <a:endCxn id="4" idx="3"/>
          </p:cNvCxnSpPr>
          <p:nvPr/>
        </p:nvCxnSpPr>
        <p:spPr>
          <a:xfrm flipH="1">
            <a:off x="3011648" y="3607266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29FF720-99F9-4717-BFCF-73072A110F26}"/>
              </a:ext>
            </a:extLst>
          </p:cNvPr>
          <p:cNvCxnSpPr/>
          <p:nvPr/>
        </p:nvCxnSpPr>
        <p:spPr>
          <a:xfrm flipH="1">
            <a:off x="5443058" y="3607266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A6811BE-ECB2-48A8-B841-A5A94D5208C9}"/>
              </a:ext>
            </a:extLst>
          </p:cNvPr>
          <p:cNvCxnSpPr/>
          <p:nvPr/>
        </p:nvCxnSpPr>
        <p:spPr>
          <a:xfrm flipH="1">
            <a:off x="7863280" y="3610062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6D98222-6350-441B-BBE4-904A43C13A77}"/>
              </a:ext>
            </a:extLst>
          </p:cNvPr>
          <p:cNvCxnSpPr/>
          <p:nvPr/>
        </p:nvCxnSpPr>
        <p:spPr>
          <a:xfrm flipH="1">
            <a:off x="10294690" y="3636627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CE4E0E5-0EBB-41A8-AEB3-087C86AC05B9}"/>
              </a:ext>
            </a:extLst>
          </p:cNvPr>
          <p:cNvCxnSpPr/>
          <p:nvPr/>
        </p:nvCxnSpPr>
        <p:spPr>
          <a:xfrm flipH="1">
            <a:off x="580238" y="3591886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885A022-C31B-4140-9120-DC183DA2E17A}"/>
              </a:ext>
            </a:extLst>
          </p:cNvPr>
          <p:cNvSpPr/>
          <p:nvPr/>
        </p:nvSpPr>
        <p:spPr>
          <a:xfrm>
            <a:off x="1870744" y="1417740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85C4279-A5D7-4558-849D-05621B537CA8}"/>
              </a:ext>
            </a:extLst>
          </p:cNvPr>
          <p:cNvSpPr/>
          <p:nvPr/>
        </p:nvSpPr>
        <p:spPr>
          <a:xfrm>
            <a:off x="2308370" y="2006367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49B004A-A387-4296-89D1-215320B7DF15}"/>
              </a:ext>
            </a:extLst>
          </p:cNvPr>
          <p:cNvCxnSpPr>
            <a:stCxn id="32" idx="2"/>
          </p:cNvCxnSpPr>
          <p:nvPr/>
        </p:nvCxnSpPr>
        <p:spPr>
          <a:xfrm>
            <a:off x="2139192" y="1870745"/>
            <a:ext cx="0" cy="1023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4C5A8AA-8728-42B2-B27A-AA4A5159FB9F}"/>
              </a:ext>
            </a:extLst>
          </p:cNvPr>
          <p:cNvCxnSpPr>
            <a:stCxn id="33" idx="2"/>
          </p:cNvCxnSpPr>
          <p:nvPr/>
        </p:nvCxnSpPr>
        <p:spPr>
          <a:xfrm>
            <a:off x="2576818" y="2459372"/>
            <a:ext cx="0" cy="434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D1579D0A-93E3-43F0-986E-53999EA3C216}"/>
              </a:ext>
            </a:extLst>
          </p:cNvPr>
          <p:cNvSpPr/>
          <p:nvPr/>
        </p:nvSpPr>
        <p:spPr>
          <a:xfrm>
            <a:off x="4338506" y="1393273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5FC4B46-1A5B-4B31-BD44-10820BB8A426}"/>
              </a:ext>
            </a:extLst>
          </p:cNvPr>
          <p:cNvSpPr/>
          <p:nvPr/>
        </p:nvSpPr>
        <p:spPr>
          <a:xfrm>
            <a:off x="4776132" y="1981900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70A4CEE-8283-4830-B58A-B66C92828F44}"/>
              </a:ext>
            </a:extLst>
          </p:cNvPr>
          <p:cNvCxnSpPr>
            <a:stCxn id="38" idx="2"/>
          </p:cNvCxnSpPr>
          <p:nvPr/>
        </p:nvCxnSpPr>
        <p:spPr>
          <a:xfrm>
            <a:off x="4606954" y="1846278"/>
            <a:ext cx="0" cy="1023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259FA95-1601-4A07-B7B9-DFD478EC5E6C}"/>
              </a:ext>
            </a:extLst>
          </p:cNvPr>
          <p:cNvCxnSpPr>
            <a:stCxn id="39" idx="2"/>
          </p:cNvCxnSpPr>
          <p:nvPr/>
        </p:nvCxnSpPr>
        <p:spPr>
          <a:xfrm>
            <a:off x="5044580" y="2434905"/>
            <a:ext cx="0" cy="434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A5048C2C-8178-49C4-A137-07BD3FD45659}"/>
              </a:ext>
            </a:extLst>
          </p:cNvPr>
          <p:cNvSpPr/>
          <p:nvPr/>
        </p:nvSpPr>
        <p:spPr>
          <a:xfrm>
            <a:off x="6779704" y="1393273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D492DD2-D83A-42CE-B91A-BACAC05BE4CE}"/>
              </a:ext>
            </a:extLst>
          </p:cNvPr>
          <p:cNvSpPr/>
          <p:nvPr/>
        </p:nvSpPr>
        <p:spPr>
          <a:xfrm>
            <a:off x="7217330" y="1981900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166C55D-D2B7-4BDE-9B1C-133A5591F465}"/>
              </a:ext>
            </a:extLst>
          </p:cNvPr>
          <p:cNvCxnSpPr>
            <a:stCxn id="42" idx="2"/>
          </p:cNvCxnSpPr>
          <p:nvPr/>
        </p:nvCxnSpPr>
        <p:spPr>
          <a:xfrm>
            <a:off x="7048152" y="1846278"/>
            <a:ext cx="0" cy="1023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06123E9-07C7-447A-A5C8-5639F756FD40}"/>
              </a:ext>
            </a:extLst>
          </p:cNvPr>
          <p:cNvCxnSpPr>
            <a:stCxn id="43" idx="2"/>
          </p:cNvCxnSpPr>
          <p:nvPr/>
        </p:nvCxnSpPr>
        <p:spPr>
          <a:xfrm>
            <a:off x="7485778" y="2434905"/>
            <a:ext cx="0" cy="434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E81A455E-E7C3-4587-A669-1E00FC9F350E}"/>
              </a:ext>
            </a:extLst>
          </p:cNvPr>
          <p:cNvSpPr/>
          <p:nvPr/>
        </p:nvSpPr>
        <p:spPr>
          <a:xfrm>
            <a:off x="9162175" y="1393273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2CD64A3-32FD-49A3-9770-E92F32F61D41}"/>
              </a:ext>
            </a:extLst>
          </p:cNvPr>
          <p:cNvSpPr/>
          <p:nvPr/>
        </p:nvSpPr>
        <p:spPr>
          <a:xfrm>
            <a:off x="9599801" y="1981900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3132442-CA5B-4407-ADA0-4631E0370400}"/>
              </a:ext>
            </a:extLst>
          </p:cNvPr>
          <p:cNvCxnSpPr>
            <a:stCxn id="46" idx="2"/>
          </p:cNvCxnSpPr>
          <p:nvPr/>
        </p:nvCxnSpPr>
        <p:spPr>
          <a:xfrm>
            <a:off x="9430623" y="1846278"/>
            <a:ext cx="0" cy="1023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FC86FD8-C1C3-470B-9D69-3DC602949369}"/>
              </a:ext>
            </a:extLst>
          </p:cNvPr>
          <p:cNvCxnSpPr>
            <a:stCxn id="47" idx="2"/>
          </p:cNvCxnSpPr>
          <p:nvPr/>
        </p:nvCxnSpPr>
        <p:spPr>
          <a:xfrm>
            <a:off x="9868249" y="2434905"/>
            <a:ext cx="0" cy="434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52F93165-95F5-4C95-B053-25219165E115}"/>
              </a:ext>
            </a:extLst>
          </p:cNvPr>
          <p:cNvSpPr/>
          <p:nvPr/>
        </p:nvSpPr>
        <p:spPr>
          <a:xfrm>
            <a:off x="3321341" y="3024232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9DF62EA-CD0B-4028-A42C-777DBBC7BA34}"/>
              </a:ext>
            </a:extLst>
          </p:cNvPr>
          <p:cNvSpPr/>
          <p:nvPr/>
        </p:nvSpPr>
        <p:spPr>
          <a:xfrm>
            <a:off x="889932" y="3039611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B5ED374-9689-4494-AE46-7F63022FD458}"/>
              </a:ext>
            </a:extLst>
          </p:cNvPr>
          <p:cNvSpPr/>
          <p:nvPr/>
        </p:nvSpPr>
        <p:spPr>
          <a:xfrm>
            <a:off x="5768129" y="3024231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55C8D1E-8372-4E14-AC24-E9DD62F975ED}"/>
              </a:ext>
            </a:extLst>
          </p:cNvPr>
          <p:cNvSpPr/>
          <p:nvPr/>
        </p:nvSpPr>
        <p:spPr>
          <a:xfrm>
            <a:off x="8172973" y="2989277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2D8C9BD-761D-4C7E-A3A8-9120D29727A0}"/>
              </a:ext>
            </a:extLst>
          </p:cNvPr>
          <p:cNvSpPr/>
          <p:nvPr/>
        </p:nvSpPr>
        <p:spPr>
          <a:xfrm>
            <a:off x="10605780" y="3039611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" name="Thought Bubble: Cloud 1">
            <a:extLst>
              <a:ext uri="{FF2B5EF4-FFF2-40B4-BE49-F238E27FC236}">
                <a16:creationId xmlns:a16="http://schemas.microsoft.com/office/drawing/2014/main" id="{DF69BC88-059C-4481-8126-0413FBC3AE52}"/>
              </a:ext>
            </a:extLst>
          </p:cNvPr>
          <p:cNvSpPr/>
          <p:nvPr/>
        </p:nvSpPr>
        <p:spPr>
          <a:xfrm>
            <a:off x="3521629" y="4770538"/>
            <a:ext cx="6516149" cy="1602295"/>
          </a:xfrm>
          <a:prstGeom prst="cloudCallout">
            <a:avLst>
              <a:gd name="adj1" fmla="val -67732"/>
              <a:gd name="adj2" fmla="val -7886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 don’t want to wait! Looks like Adder2 can have its carry figured out immediately!</a:t>
            </a:r>
          </a:p>
        </p:txBody>
      </p:sp>
    </p:spTree>
    <p:extLst>
      <p:ext uri="{BB962C8B-B14F-4D97-AF65-F5344CB8AC3E}">
        <p14:creationId xmlns:p14="http://schemas.microsoft.com/office/powerpoint/2010/main" val="2187911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6A8FF21-B76D-4756-8BD2-8E9A8B53480A}"/>
              </a:ext>
            </a:extLst>
          </p:cNvPr>
          <p:cNvSpPr/>
          <p:nvPr/>
        </p:nvSpPr>
        <p:spPr>
          <a:xfrm>
            <a:off x="1736521" y="2894202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Adder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3693F9-5590-42FC-974E-A519058BEC3C}"/>
              </a:ext>
            </a:extLst>
          </p:cNvPr>
          <p:cNvSpPr/>
          <p:nvPr/>
        </p:nvSpPr>
        <p:spPr>
          <a:xfrm>
            <a:off x="4167931" y="2894202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Adder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84B682-188C-4C78-AB1F-39A2F724D087}"/>
              </a:ext>
            </a:extLst>
          </p:cNvPr>
          <p:cNvSpPr/>
          <p:nvPr/>
        </p:nvSpPr>
        <p:spPr>
          <a:xfrm>
            <a:off x="6593747" y="2894202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Adder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59FEEB-783E-47ED-9D3F-35B8254FD134}"/>
              </a:ext>
            </a:extLst>
          </p:cNvPr>
          <p:cNvSpPr/>
          <p:nvPr/>
        </p:nvSpPr>
        <p:spPr>
          <a:xfrm>
            <a:off x="9019563" y="2894202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Adder 0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63659DC-E9BE-430E-9518-B0E9FCEAAD46}"/>
              </a:ext>
            </a:extLst>
          </p:cNvPr>
          <p:cNvCxnSpPr>
            <a:stCxn id="5" idx="1"/>
            <a:endCxn id="4" idx="3"/>
          </p:cNvCxnSpPr>
          <p:nvPr/>
        </p:nvCxnSpPr>
        <p:spPr>
          <a:xfrm flipH="1">
            <a:off x="3011648" y="3607266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29FF720-99F9-4717-BFCF-73072A110F26}"/>
              </a:ext>
            </a:extLst>
          </p:cNvPr>
          <p:cNvCxnSpPr/>
          <p:nvPr/>
        </p:nvCxnSpPr>
        <p:spPr>
          <a:xfrm flipH="1">
            <a:off x="5443058" y="3607266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A6811BE-ECB2-48A8-B841-A5A94D5208C9}"/>
              </a:ext>
            </a:extLst>
          </p:cNvPr>
          <p:cNvCxnSpPr/>
          <p:nvPr/>
        </p:nvCxnSpPr>
        <p:spPr>
          <a:xfrm flipH="1">
            <a:off x="7863280" y="3610062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6D98222-6350-441B-BBE4-904A43C13A77}"/>
              </a:ext>
            </a:extLst>
          </p:cNvPr>
          <p:cNvCxnSpPr/>
          <p:nvPr/>
        </p:nvCxnSpPr>
        <p:spPr>
          <a:xfrm flipH="1">
            <a:off x="10294690" y="3636627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CE4E0E5-0EBB-41A8-AEB3-087C86AC05B9}"/>
              </a:ext>
            </a:extLst>
          </p:cNvPr>
          <p:cNvCxnSpPr/>
          <p:nvPr/>
        </p:nvCxnSpPr>
        <p:spPr>
          <a:xfrm flipH="1">
            <a:off x="580238" y="3591886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885A022-C31B-4140-9120-DC183DA2E17A}"/>
              </a:ext>
            </a:extLst>
          </p:cNvPr>
          <p:cNvSpPr/>
          <p:nvPr/>
        </p:nvSpPr>
        <p:spPr>
          <a:xfrm>
            <a:off x="1870744" y="1417740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85C4279-A5D7-4558-849D-05621B537CA8}"/>
              </a:ext>
            </a:extLst>
          </p:cNvPr>
          <p:cNvSpPr/>
          <p:nvPr/>
        </p:nvSpPr>
        <p:spPr>
          <a:xfrm>
            <a:off x="2308370" y="2006367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49B004A-A387-4296-89D1-215320B7DF15}"/>
              </a:ext>
            </a:extLst>
          </p:cNvPr>
          <p:cNvCxnSpPr>
            <a:stCxn id="32" idx="2"/>
          </p:cNvCxnSpPr>
          <p:nvPr/>
        </p:nvCxnSpPr>
        <p:spPr>
          <a:xfrm>
            <a:off x="2139192" y="1870745"/>
            <a:ext cx="0" cy="1023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4C5A8AA-8728-42B2-B27A-AA4A5159FB9F}"/>
              </a:ext>
            </a:extLst>
          </p:cNvPr>
          <p:cNvCxnSpPr>
            <a:stCxn id="33" idx="2"/>
          </p:cNvCxnSpPr>
          <p:nvPr/>
        </p:nvCxnSpPr>
        <p:spPr>
          <a:xfrm>
            <a:off x="2576818" y="2459372"/>
            <a:ext cx="0" cy="434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D1579D0A-93E3-43F0-986E-53999EA3C216}"/>
              </a:ext>
            </a:extLst>
          </p:cNvPr>
          <p:cNvSpPr/>
          <p:nvPr/>
        </p:nvSpPr>
        <p:spPr>
          <a:xfrm>
            <a:off x="4338506" y="1393273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5FC4B46-1A5B-4B31-BD44-10820BB8A426}"/>
              </a:ext>
            </a:extLst>
          </p:cNvPr>
          <p:cNvSpPr/>
          <p:nvPr/>
        </p:nvSpPr>
        <p:spPr>
          <a:xfrm>
            <a:off x="4776132" y="1981900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70A4CEE-8283-4830-B58A-B66C92828F44}"/>
              </a:ext>
            </a:extLst>
          </p:cNvPr>
          <p:cNvCxnSpPr>
            <a:stCxn id="38" idx="2"/>
          </p:cNvCxnSpPr>
          <p:nvPr/>
        </p:nvCxnSpPr>
        <p:spPr>
          <a:xfrm>
            <a:off x="4606954" y="1846278"/>
            <a:ext cx="0" cy="1023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259FA95-1601-4A07-B7B9-DFD478EC5E6C}"/>
              </a:ext>
            </a:extLst>
          </p:cNvPr>
          <p:cNvCxnSpPr>
            <a:stCxn id="39" idx="2"/>
          </p:cNvCxnSpPr>
          <p:nvPr/>
        </p:nvCxnSpPr>
        <p:spPr>
          <a:xfrm>
            <a:off x="5044580" y="2434905"/>
            <a:ext cx="0" cy="434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A5048C2C-8178-49C4-A137-07BD3FD45659}"/>
              </a:ext>
            </a:extLst>
          </p:cNvPr>
          <p:cNvSpPr/>
          <p:nvPr/>
        </p:nvSpPr>
        <p:spPr>
          <a:xfrm>
            <a:off x="6779704" y="1393273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D492DD2-D83A-42CE-B91A-BACAC05BE4CE}"/>
              </a:ext>
            </a:extLst>
          </p:cNvPr>
          <p:cNvSpPr/>
          <p:nvPr/>
        </p:nvSpPr>
        <p:spPr>
          <a:xfrm>
            <a:off x="7217330" y="1981900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166C55D-D2B7-4BDE-9B1C-133A5591F465}"/>
              </a:ext>
            </a:extLst>
          </p:cNvPr>
          <p:cNvCxnSpPr>
            <a:stCxn id="42" idx="2"/>
          </p:cNvCxnSpPr>
          <p:nvPr/>
        </p:nvCxnSpPr>
        <p:spPr>
          <a:xfrm>
            <a:off x="7048152" y="1846278"/>
            <a:ext cx="0" cy="1023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06123E9-07C7-447A-A5C8-5639F756FD40}"/>
              </a:ext>
            </a:extLst>
          </p:cNvPr>
          <p:cNvCxnSpPr>
            <a:stCxn id="43" idx="2"/>
          </p:cNvCxnSpPr>
          <p:nvPr/>
        </p:nvCxnSpPr>
        <p:spPr>
          <a:xfrm>
            <a:off x="7485778" y="2434905"/>
            <a:ext cx="0" cy="434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E81A455E-E7C3-4587-A669-1E00FC9F350E}"/>
              </a:ext>
            </a:extLst>
          </p:cNvPr>
          <p:cNvSpPr/>
          <p:nvPr/>
        </p:nvSpPr>
        <p:spPr>
          <a:xfrm>
            <a:off x="9162175" y="1393273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2CD64A3-32FD-49A3-9770-E92F32F61D41}"/>
              </a:ext>
            </a:extLst>
          </p:cNvPr>
          <p:cNvSpPr/>
          <p:nvPr/>
        </p:nvSpPr>
        <p:spPr>
          <a:xfrm>
            <a:off x="9599801" y="1981900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3132442-CA5B-4407-ADA0-4631E0370400}"/>
              </a:ext>
            </a:extLst>
          </p:cNvPr>
          <p:cNvCxnSpPr>
            <a:stCxn id="46" idx="2"/>
          </p:cNvCxnSpPr>
          <p:nvPr/>
        </p:nvCxnSpPr>
        <p:spPr>
          <a:xfrm>
            <a:off x="9430623" y="1846278"/>
            <a:ext cx="0" cy="1023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FC86FD8-C1C3-470B-9D69-3DC602949369}"/>
              </a:ext>
            </a:extLst>
          </p:cNvPr>
          <p:cNvCxnSpPr>
            <a:stCxn id="47" idx="2"/>
          </p:cNvCxnSpPr>
          <p:nvPr/>
        </p:nvCxnSpPr>
        <p:spPr>
          <a:xfrm>
            <a:off x="9868249" y="2434905"/>
            <a:ext cx="0" cy="434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52F93165-95F5-4C95-B053-25219165E115}"/>
              </a:ext>
            </a:extLst>
          </p:cNvPr>
          <p:cNvSpPr/>
          <p:nvPr/>
        </p:nvSpPr>
        <p:spPr>
          <a:xfrm>
            <a:off x="3321341" y="3024232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9DF62EA-CD0B-4028-A42C-777DBBC7BA34}"/>
              </a:ext>
            </a:extLst>
          </p:cNvPr>
          <p:cNvSpPr/>
          <p:nvPr/>
        </p:nvSpPr>
        <p:spPr>
          <a:xfrm>
            <a:off x="889932" y="3039611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B5ED374-9689-4494-AE46-7F63022FD458}"/>
              </a:ext>
            </a:extLst>
          </p:cNvPr>
          <p:cNvSpPr/>
          <p:nvPr/>
        </p:nvSpPr>
        <p:spPr>
          <a:xfrm>
            <a:off x="5768129" y="3024231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55C8D1E-8372-4E14-AC24-E9DD62F975ED}"/>
              </a:ext>
            </a:extLst>
          </p:cNvPr>
          <p:cNvSpPr/>
          <p:nvPr/>
        </p:nvSpPr>
        <p:spPr>
          <a:xfrm>
            <a:off x="8172973" y="2989277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2D8C9BD-761D-4C7E-A3A8-9120D29727A0}"/>
              </a:ext>
            </a:extLst>
          </p:cNvPr>
          <p:cNvSpPr/>
          <p:nvPr/>
        </p:nvSpPr>
        <p:spPr>
          <a:xfrm>
            <a:off x="10605780" y="3039611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" name="Thought Bubble: Cloud 1">
            <a:extLst>
              <a:ext uri="{FF2B5EF4-FFF2-40B4-BE49-F238E27FC236}">
                <a16:creationId xmlns:a16="http://schemas.microsoft.com/office/drawing/2014/main" id="{DF69BC88-059C-4481-8126-0413FBC3AE52}"/>
              </a:ext>
            </a:extLst>
          </p:cNvPr>
          <p:cNvSpPr/>
          <p:nvPr/>
        </p:nvSpPr>
        <p:spPr>
          <a:xfrm>
            <a:off x="3335672" y="4779627"/>
            <a:ext cx="6516149" cy="1668708"/>
          </a:xfrm>
          <a:prstGeom prst="cloudCallout">
            <a:avLst>
              <a:gd name="adj1" fmla="val -27308"/>
              <a:gd name="adj2" fmla="val -7113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Sure, Adder3, I have both inputs as 1, so I will carry 1 for you no matter what Adder 1 says. BTW, Adder 1, what is your carry?</a:t>
            </a:r>
          </a:p>
        </p:txBody>
      </p:sp>
    </p:spTree>
    <p:extLst>
      <p:ext uri="{BB962C8B-B14F-4D97-AF65-F5344CB8AC3E}">
        <p14:creationId xmlns:p14="http://schemas.microsoft.com/office/powerpoint/2010/main" val="2665795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6A8FF21-B76D-4756-8BD2-8E9A8B53480A}"/>
              </a:ext>
            </a:extLst>
          </p:cNvPr>
          <p:cNvSpPr/>
          <p:nvPr/>
        </p:nvSpPr>
        <p:spPr>
          <a:xfrm>
            <a:off x="1736521" y="2894202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Adder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3693F9-5590-42FC-974E-A519058BEC3C}"/>
              </a:ext>
            </a:extLst>
          </p:cNvPr>
          <p:cNvSpPr/>
          <p:nvPr/>
        </p:nvSpPr>
        <p:spPr>
          <a:xfrm>
            <a:off x="4167931" y="2894202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Adder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84B682-188C-4C78-AB1F-39A2F724D087}"/>
              </a:ext>
            </a:extLst>
          </p:cNvPr>
          <p:cNvSpPr/>
          <p:nvPr/>
        </p:nvSpPr>
        <p:spPr>
          <a:xfrm>
            <a:off x="6593747" y="2894202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Adder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59FEEB-783E-47ED-9D3F-35B8254FD134}"/>
              </a:ext>
            </a:extLst>
          </p:cNvPr>
          <p:cNvSpPr/>
          <p:nvPr/>
        </p:nvSpPr>
        <p:spPr>
          <a:xfrm>
            <a:off x="9019563" y="2894202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Adder 0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63659DC-E9BE-430E-9518-B0E9FCEAAD46}"/>
              </a:ext>
            </a:extLst>
          </p:cNvPr>
          <p:cNvCxnSpPr>
            <a:stCxn id="5" idx="1"/>
            <a:endCxn id="4" idx="3"/>
          </p:cNvCxnSpPr>
          <p:nvPr/>
        </p:nvCxnSpPr>
        <p:spPr>
          <a:xfrm flipH="1">
            <a:off x="3011648" y="3607266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29FF720-99F9-4717-BFCF-73072A110F26}"/>
              </a:ext>
            </a:extLst>
          </p:cNvPr>
          <p:cNvCxnSpPr/>
          <p:nvPr/>
        </p:nvCxnSpPr>
        <p:spPr>
          <a:xfrm flipH="1">
            <a:off x="5443058" y="3607266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A6811BE-ECB2-48A8-B841-A5A94D5208C9}"/>
              </a:ext>
            </a:extLst>
          </p:cNvPr>
          <p:cNvCxnSpPr/>
          <p:nvPr/>
        </p:nvCxnSpPr>
        <p:spPr>
          <a:xfrm flipH="1">
            <a:off x="7863280" y="3610062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6D98222-6350-441B-BBE4-904A43C13A77}"/>
              </a:ext>
            </a:extLst>
          </p:cNvPr>
          <p:cNvCxnSpPr/>
          <p:nvPr/>
        </p:nvCxnSpPr>
        <p:spPr>
          <a:xfrm flipH="1">
            <a:off x="10294690" y="3636627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CE4E0E5-0EBB-41A8-AEB3-087C86AC05B9}"/>
              </a:ext>
            </a:extLst>
          </p:cNvPr>
          <p:cNvCxnSpPr/>
          <p:nvPr/>
        </p:nvCxnSpPr>
        <p:spPr>
          <a:xfrm flipH="1">
            <a:off x="580238" y="3591886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885A022-C31B-4140-9120-DC183DA2E17A}"/>
              </a:ext>
            </a:extLst>
          </p:cNvPr>
          <p:cNvSpPr/>
          <p:nvPr/>
        </p:nvSpPr>
        <p:spPr>
          <a:xfrm>
            <a:off x="1870744" y="1417740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85C4279-A5D7-4558-849D-05621B537CA8}"/>
              </a:ext>
            </a:extLst>
          </p:cNvPr>
          <p:cNvSpPr/>
          <p:nvPr/>
        </p:nvSpPr>
        <p:spPr>
          <a:xfrm>
            <a:off x="2308370" y="2006367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49B004A-A387-4296-89D1-215320B7DF15}"/>
              </a:ext>
            </a:extLst>
          </p:cNvPr>
          <p:cNvCxnSpPr>
            <a:stCxn id="32" idx="2"/>
          </p:cNvCxnSpPr>
          <p:nvPr/>
        </p:nvCxnSpPr>
        <p:spPr>
          <a:xfrm>
            <a:off x="2139192" y="1870745"/>
            <a:ext cx="0" cy="1023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4C5A8AA-8728-42B2-B27A-AA4A5159FB9F}"/>
              </a:ext>
            </a:extLst>
          </p:cNvPr>
          <p:cNvCxnSpPr>
            <a:stCxn id="33" idx="2"/>
          </p:cNvCxnSpPr>
          <p:nvPr/>
        </p:nvCxnSpPr>
        <p:spPr>
          <a:xfrm>
            <a:off x="2576818" y="2459372"/>
            <a:ext cx="0" cy="434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D1579D0A-93E3-43F0-986E-53999EA3C216}"/>
              </a:ext>
            </a:extLst>
          </p:cNvPr>
          <p:cNvSpPr/>
          <p:nvPr/>
        </p:nvSpPr>
        <p:spPr>
          <a:xfrm>
            <a:off x="4338506" y="1393273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5FC4B46-1A5B-4B31-BD44-10820BB8A426}"/>
              </a:ext>
            </a:extLst>
          </p:cNvPr>
          <p:cNvSpPr/>
          <p:nvPr/>
        </p:nvSpPr>
        <p:spPr>
          <a:xfrm>
            <a:off x="4776132" y="1981900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70A4CEE-8283-4830-B58A-B66C92828F44}"/>
              </a:ext>
            </a:extLst>
          </p:cNvPr>
          <p:cNvCxnSpPr>
            <a:stCxn id="38" idx="2"/>
          </p:cNvCxnSpPr>
          <p:nvPr/>
        </p:nvCxnSpPr>
        <p:spPr>
          <a:xfrm>
            <a:off x="4606954" y="1846278"/>
            <a:ext cx="0" cy="1023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259FA95-1601-4A07-B7B9-DFD478EC5E6C}"/>
              </a:ext>
            </a:extLst>
          </p:cNvPr>
          <p:cNvCxnSpPr>
            <a:stCxn id="39" idx="2"/>
          </p:cNvCxnSpPr>
          <p:nvPr/>
        </p:nvCxnSpPr>
        <p:spPr>
          <a:xfrm>
            <a:off x="5044580" y="2434905"/>
            <a:ext cx="0" cy="434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A5048C2C-8178-49C4-A137-07BD3FD45659}"/>
              </a:ext>
            </a:extLst>
          </p:cNvPr>
          <p:cNvSpPr/>
          <p:nvPr/>
        </p:nvSpPr>
        <p:spPr>
          <a:xfrm>
            <a:off x="6779704" y="1393273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D492DD2-D83A-42CE-B91A-BACAC05BE4CE}"/>
              </a:ext>
            </a:extLst>
          </p:cNvPr>
          <p:cNvSpPr/>
          <p:nvPr/>
        </p:nvSpPr>
        <p:spPr>
          <a:xfrm>
            <a:off x="7217330" y="1981900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166C55D-D2B7-4BDE-9B1C-133A5591F465}"/>
              </a:ext>
            </a:extLst>
          </p:cNvPr>
          <p:cNvCxnSpPr>
            <a:stCxn id="42" idx="2"/>
          </p:cNvCxnSpPr>
          <p:nvPr/>
        </p:nvCxnSpPr>
        <p:spPr>
          <a:xfrm>
            <a:off x="7048152" y="1846278"/>
            <a:ext cx="0" cy="1023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06123E9-07C7-447A-A5C8-5639F756FD40}"/>
              </a:ext>
            </a:extLst>
          </p:cNvPr>
          <p:cNvCxnSpPr>
            <a:stCxn id="43" idx="2"/>
          </p:cNvCxnSpPr>
          <p:nvPr/>
        </p:nvCxnSpPr>
        <p:spPr>
          <a:xfrm>
            <a:off x="7485778" y="2434905"/>
            <a:ext cx="0" cy="434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E81A455E-E7C3-4587-A669-1E00FC9F350E}"/>
              </a:ext>
            </a:extLst>
          </p:cNvPr>
          <p:cNvSpPr/>
          <p:nvPr/>
        </p:nvSpPr>
        <p:spPr>
          <a:xfrm>
            <a:off x="9162175" y="1393273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2CD64A3-32FD-49A3-9770-E92F32F61D41}"/>
              </a:ext>
            </a:extLst>
          </p:cNvPr>
          <p:cNvSpPr/>
          <p:nvPr/>
        </p:nvSpPr>
        <p:spPr>
          <a:xfrm>
            <a:off x="9599801" y="1981900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3132442-CA5B-4407-ADA0-4631E0370400}"/>
              </a:ext>
            </a:extLst>
          </p:cNvPr>
          <p:cNvCxnSpPr>
            <a:stCxn id="46" idx="2"/>
          </p:cNvCxnSpPr>
          <p:nvPr/>
        </p:nvCxnSpPr>
        <p:spPr>
          <a:xfrm>
            <a:off x="9430623" y="1846278"/>
            <a:ext cx="0" cy="1023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FC86FD8-C1C3-470B-9D69-3DC602949369}"/>
              </a:ext>
            </a:extLst>
          </p:cNvPr>
          <p:cNvCxnSpPr>
            <a:stCxn id="47" idx="2"/>
          </p:cNvCxnSpPr>
          <p:nvPr/>
        </p:nvCxnSpPr>
        <p:spPr>
          <a:xfrm>
            <a:off x="9868249" y="2434905"/>
            <a:ext cx="0" cy="434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52F93165-95F5-4C95-B053-25219165E115}"/>
              </a:ext>
            </a:extLst>
          </p:cNvPr>
          <p:cNvSpPr/>
          <p:nvPr/>
        </p:nvSpPr>
        <p:spPr>
          <a:xfrm>
            <a:off x="3321341" y="3024232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9DF62EA-CD0B-4028-A42C-777DBBC7BA34}"/>
              </a:ext>
            </a:extLst>
          </p:cNvPr>
          <p:cNvSpPr/>
          <p:nvPr/>
        </p:nvSpPr>
        <p:spPr>
          <a:xfrm>
            <a:off x="889932" y="3039611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B5ED374-9689-4494-AE46-7F63022FD458}"/>
              </a:ext>
            </a:extLst>
          </p:cNvPr>
          <p:cNvSpPr/>
          <p:nvPr/>
        </p:nvSpPr>
        <p:spPr>
          <a:xfrm>
            <a:off x="5768129" y="3024231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55C8D1E-8372-4E14-AC24-E9DD62F975ED}"/>
              </a:ext>
            </a:extLst>
          </p:cNvPr>
          <p:cNvSpPr/>
          <p:nvPr/>
        </p:nvSpPr>
        <p:spPr>
          <a:xfrm>
            <a:off x="8172973" y="2989277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2D8C9BD-761D-4C7E-A3A8-9120D29727A0}"/>
              </a:ext>
            </a:extLst>
          </p:cNvPr>
          <p:cNvSpPr/>
          <p:nvPr/>
        </p:nvSpPr>
        <p:spPr>
          <a:xfrm>
            <a:off x="10605780" y="3039611"/>
            <a:ext cx="536896" cy="4530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" name="Thought Bubble: Cloud 1">
            <a:extLst>
              <a:ext uri="{FF2B5EF4-FFF2-40B4-BE49-F238E27FC236}">
                <a16:creationId xmlns:a16="http://schemas.microsoft.com/office/drawing/2014/main" id="{DF69BC88-059C-4481-8126-0413FBC3AE52}"/>
              </a:ext>
            </a:extLst>
          </p:cNvPr>
          <p:cNvSpPr/>
          <p:nvPr/>
        </p:nvSpPr>
        <p:spPr>
          <a:xfrm>
            <a:off x="3335672" y="4846039"/>
            <a:ext cx="6516149" cy="1602295"/>
          </a:xfrm>
          <a:prstGeom prst="cloudCallout">
            <a:avLst>
              <a:gd name="adj1" fmla="val 10800"/>
              <a:gd name="adj2" fmla="val -7990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Adder2, don’t look at me, ask Adder0 instead. I’m adding 0 and 1, so I’ll carry whatever Adder 0 carries.</a:t>
            </a:r>
          </a:p>
        </p:txBody>
      </p:sp>
    </p:spTree>
    <p:extLst>
      <p:ext uri="{BB962C8B-B14F-4D97-AF65-F5344CB8AC3E}">
        <p14:creationId xmlns:p14="http://schemas.microsoft.com/office/powerpoint/2010/main" val="2792452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8FF54-4C1F-4291-97F3-084ECF2EC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that imply?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FC01B-1228-4008-AAA0-D2CAD2C29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/>
              <a:t>“Sure, Adder3, I have both inputs as 1, so I will carry 1 for you no matter what Adder 1 says.”</a:t>
            </a:r>
          </a:p>
          <a:p>
            <a:pPr>
              <a:buFontTx/>
              <a:buChar char="-"/>
            </a:pPr>
            <a:endParaRPr lang="en-US" dirty="0"/>
          </a:p>
          <a:p>
            <a:r>
              <a:rPr lang="en-US" dirty="0"/>
              <a:t>An adder can generate carry if both its input are 1s. This property cuts the long-chained carry dependency into pieces.</a:t>
            </a:r>
          </a:p>
          <a:p>
            <a:r>
              <a:rPr lang="en-US" dirty="0"/>
              <a:t>We call it a “Generate” signal. G in short.</a:t>
            </a:r>
          </a:p>
          <a:p>
            <a:r>
              <a:rPr lang="en-US" dirty="0"/>
              <a:t>G = A and B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217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51740-A10E-41DC-9FF8-13CB8A7CF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that imply?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43145-B3E4-43EC-B545-CB18833FF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- “Adder2, don’t look at me, ask Adder0 instead. I’m adding 0 and 1, so I’ll carry whatever Adder 0 carries.”</a:t>
            </a:r>
          </a:p>
          <a:p>
            <a:endParaRPr lang="en-US" dirty="0"/>
          </a:p>
          <a:p>
            <a:r>
              <a:rPr lang="en-US" dirty="0"/>
              <a:t>If an adder is adding a 0 and a 1, its </a:t>
            </a:r>
            <a:r>
              <a:rPr lang="en-US" dirty="0" err="1"/>
              <a:t>Cout</a:t>
            </a:r>
            <a:r>
              <a:rPr lang="en-US" dirty="0"/>
              <a:t> will be exactly same as its </a:t>
            </a:r>
            <a:r>
              <a:rPr lang="en-US" dirty="0" err="1"/>
              <a:t>Cin</a:t>
            </a:r>
            <a:r>
              <a:rPr lang="en-US" dirty="0"/>
              <a:t>. We can directly connect its </a:t>
            </a:r>
            <a:r>
              <a:rPr lang="en-US" dirty="0" err="1"/>
              <a:t>Cin</a:t>
            </a:r>
            <a:r>
              <a:rPr lang="en-US" dirty="0"/>
              <a:t> signal directly to its </a:t>
            </a:r>
            <a:r>
              <a:rPr lang="en-US" dirty="0" err="1"/>
              <a:t>Cout</a:t>
            </a:r>
            <a:r>
              <a:rPr lang="en-US" dirty="0"/>
              <a:t> in this case, so that the adder becomes transparent (eliminated) in the dependency chain.</a:t>
            </a:r>
          </a:p>
          <a:p>
            <a:r>
              <a:rPr lang="en-US" dirty="0"/>
              <a:t>We call this a “Propagate” signal. P in short.</a:t>
            </a:r>
          </a:p>
          <a:p>
            <a:r>
              <a:rPr lang="en-US" dirty="0"/>
              <a:t>P = A </a:t>
            </a:r>
            <a:r>
              <a:rPr lang="en-US" dirty="0" err="1"/>
              <a:t>xor</a:t>
            </a:r>
            <a:r>
              <a:rPr lang="en-US" dirty="0"/>
              <a:t> B</a:t>
            </a:r>
          </a:p>
        </p:txBody>
      </p:sp>
    </p:spTree>
    <p:extLst>
      <p:ext uri="{BB962C8B-B14F-4D97-AF65-F5344CB8AC3E}">
        <p14:creationId xmlns:p14="http://schemas.microsoft.com/office/powerpoint/2010/main" val="4068472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adder truth table">
            <a:extLst>
              <a:ext uri="{FF2B5EF4-FFF2-40B4-BE49-F238E27FC236}">
                <a16:creationId xmlns:a16="http://schemas.microsoft.com/office/drawing/2014/main" id="{FA362ADE-4396-4E86-BDC3-AE464A5E0D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6" r="40664"/>
          <a:stretch/>
        </p:blipFill>
        <p:spPr bwMode="auto">
          <a:xfrm>
            <a:off x="2966130" y="453006"/>
            <a:ext cx="3921232" cy="5826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mage result for adder truth table">
            <a:extLst>
              <a:ext uri="{FF2B5EF4-FFF2-40B4-BE49-F238E27FC236}">
                <a16:creationId xmlns:a16="http://schemas.microsoft.com/office/drawing/2014/main" id="{26117B7E-D34E-470E-AAAA-2E2FD21E01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53" t="1486"/>
          <a:stretch/>
        </p:blipFill>
        <p:spPr bwMode="auto">
          <a:xfrm>
            <a:off x="6887362" y="453006"/>
            <a:ext cx="1483441" cy="5826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8D92D9A-B107-4717-9A1F-1B24CD7865CF}"/>
              </a:ext>
            </a:extLst>
          </p:cNvPr>
          <p:cNvSpPr/>
          <p:nvPr/>
        </p:nvSpPr>
        <p:spPr>
          <a:xfrm>
            <a:off x="2692866" y="2340528"/>
            <a:ext cx="6191075" cy="95634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8EDAAD-D5E5-44D0-8D30-9928F15F4200}"/>
              </a:ext>
            </a:extLst>
          </p:cNvPr>
          <p:cNvSpPr txBox="1"/>
          <p:nvPr/>
        </p:nvSpPr>
        <p:spPr>
          <a:xfrm>
            <a:off x="9404060" y="1577130"/>
            <a:ext cx="939566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A=B=0</a:t>
            </a:r>
          </a:p>
          <a:p>
            <a:r>
              <a:rPr lang="en-US" dirty="0"/>
              <a:t>P = 0</a:t>
            </a:r>
          </a:p>
          <a:p>
            <a:r>
              <a:rPr lang="en-US" dirty="0"/>
              <a:t>G = 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749B74-E52C-4283-B10B-61CE2F3899E2}"/>
              </a:ext>
            </a:extLst>
          </p:cNvPr>
          <p:cNvSpPr/>
          <p:nvPr/>
        </p:nvSpPr>
        <p:spPr>
          <a:xfrm>
            <a:off x="5729681" y="2340528"/>
            <a:ext cx="1157681" cy="9563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315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adder truth table">
            <a:extLst>
              <a:ext uri="{FF2B5EF4-FFF2-40B4-BE49-F238E27FC236}">
                <a16:creationId xmlns:a16="http://schemas.microsoft.com/office/drawing/2014/main" id="{FA362ADE-4396-4E86-BDC3-AE464A5E0D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6" r="40664"/>
          <a:stretch/>
        </p:blipFill>
        <p:spPr bwMode="auto">
          <a:xfrm>
            <a:off x="2966130" y="453006"/>
            <a:ext cx="3921232" cy="5826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mage result for adder truth table">
            <a:extLst>
              <a:ext uri="{FF2B5EF4-FFF2-40B4-BE49-F238E27FC236}">
                <a16:creationId xmlns:a16="http://schemas.microsoft.com/office/drawing/2014/main" id="{26117B7E-D34E-470E-AAAA-2E2FD21E01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53" t="1486"/>
          <a:stretch/>
        </p:blipFill>
        <p:spPr bwMode="auto">
          <a:xfrm>
            <a:off x="6887362" y="453006"/>
            <a:ext cx="1483441" cy="5826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F39F004-3823-49F9-B97F-96FCF637C7CF}"/>
              </a:ext>
            </a:extLst>
          </p:cNvPr>
          <p:cNvSpPr/>
          <p:nvPr/>
        </p:nvSpPr>
        <p:spPr>
          <a:xfrm>
            <a:off x="2625754" y="5083728"/>
            <a:ext cx="6191075" cy="95634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4379E6-9E70-4E05-9A4E-D1373A80EEB6}"/>
              </a:ext>
            </a:extLst>
          </p:cNvPr>
          <p:cNvSpPr/>
          <p:nvPr/>
        </p:nvSpPr>
        <p:spPr>
          <a:xfrm>
            <a:off x="5721291" y="5083727"/>
            <a:ext cx="1157681" cy="9563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E9548F-723B-48FB-A415-3929C4E6809A}"/>
              </a:ext>
            </a:extLst>
          </p:cNvPr>
          <p:cNvSpPr txBox="1"/>
          <p:nvPr/>
        </p:nvSpPr>
        <p:spPr>
          <a:xfrm>
            <a:off x="9404060" y="1577130"/>
            <a:ext cx="939566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A=B=1</a:t>
            </a:r>
          </a:p>
          <a:p>
            <a:r>
              <a:rPr lang="en-US" dirty="0"/>
              <a:t>P = 0</a:t>
            </a:r>
          </a:p>
          <a:p>
            <a:r>
              <a:rPr lang="en-US" dirty="0"/>
              <a:t>G = 1</a:t>
            </a:r>
          </a:p>
        </p:txBody>
      </p:sp>
    </p:spTree>
    <p:extLst>
      <p:ext uri="{BB962C8B-B14F-4D97-AF65-F5344CB8AC3E}">
        <p14:creationId xmlns:p14="http://schemas.microsoft.com/office/powerpoint/2010/main" val="919603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adder truth table">
            <a:extLst>
              <a:ext uri="{FF2B5EF4-FFF2-40B4-BE49-F238E27FC236}">
                <a16:creationId xmlns:a16="http://schemas.microsoft.com/office/drawing/2014/main" id="{FA362ADE-4396-4E86-BDC3-AE464A5E0D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6" r="40664"/>
          <a:stretch/>
        </p:blipFill>
        <p:spPr bwMode="auto">
          <a:xfrm>
            <a:off x="2966130" y="453006"/>
            <a:ext cx="3921232" cy="5826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mage result for adder truth table">
            <a:extLst>
              <a:ext uri="{FF2B5EF4-FFF2-40B4-BE49-F238E27FC236}">
                <a16:creationId xmlns:a16="http://schemas.microsoft.com/office/drawing/2014/main" id="{26117B7E-D34E-470E-AAAA-2E2FD21E01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53" t="1486"/>
          <a:stretch/>
        </p:blipFill>
        <p:spPr bwMode="auto">
          <a:xfrm>
            <a:off x="6887362" y="453006"/>
            <a:ext cx="1483441" cy="5826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EC1AFF8-7465-4A7F-B7C6-609E5A9AD414}"/>
              </a:ext>
            </a:extLst>
          </p:cNvPr>
          <p:cNvSpPr/>
          <p:nvPr/>
        </p:nvSpPr>
        <p:spPr>
          <a:xfrm>
            <a:off x="2692866" y="3288484"/>
            <a:ext cx="6191075" cy="179524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D8E53BB-69E5-4236-A518-F6E2D71DFB5D}"/>
              </a:ext>
            </a:extLst>
          </p:cNvPr>
          <p:cNvCxnSpPr/>
          <p:nvPr/>
        </p:nvCxnSpPr>
        <p:spPr>
          <a:xfrm>
            <a:off x="6459523" y="3506598"/>
            <a:ext cx="78856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CB8DE51-A309-4FA5-AF7E-F1AA257EB9FF}"/>
              </a:ext>
            </a:extLst>
          </p:cNvPr>
          <p:cNvCxnSpPr/>
          <p:nvPr/>
        </p:nvCxnSpPr>
        <p:spPr>
          <a:xfrm>
            <a:off x="6522440" y="3973585"/>
            <a:ext cx="78856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982F04D-9DEF-437C-9BA0-C4DC7F95851F}"/>
              </a:ext>
            </a:extLst>
          </p:cNvPr>
          <p:cNvCxnSpPr/>
          <p:nvPr/>
        </p:nvCxnSpPr>
        <p:spPr>
          <a:xfrm>
            <a:off x="6522440" y="4398627"/>
            <a:ext cx="78856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44B782A-A205-457A-A99D-31A85D48E06D}"/>
              </a:ext>
            </a:extLst>
          </p:cNvPr>
          <p:cNvCxnSpPr/>
          <p:nvPr/>
        </p:nvCxnSpPr>
        <p:spPr>
          <a:xfrm>
            <a:off x="6522440" y="4844642"/>
            <a:ext cx="78856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BDA097E-1F57-465F-B058-2376D81AE941}"/>
              </a:ext>
            </a:extLst>
          </p:cNvPr>
          <p:cNvSpPr txBox="1"/>
          <p:nvPr/>
        </p:nvSpPr>
        <p:spPr>
          <a:xfrm>
            <a:off x="9404060" y="1577130"/>
            <a:ext cx="939566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 != B</a:t>
            </a:r>
          </a:p>
          <a:p>
            <a:r>
              <a:rPr lang="en-US" dirty="0"/>
              <a:t>P = 1</a:t>
            </a:r>
          </a:p>
          <a:p>
            <a:r>
              <a:rPr lang="en-US" dirty="0"/>
              <a:t>G = 0</a:t>
            </a:r>
          </a:p>
        </p:txBody>
      </p:sp>
    </p:spTree>
    <p:extLst>
      <p:ext uri="{BB962C8B-B14F-4D97-AF65-F5344CB8AC3E}">
        <p14:creationId xmlns:p14="http://schemas.microsoft.com/office/powerpoint/2010/main" val="1107263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9F2A1-A2CB-43D9-BE80-D041F2908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 &amp; G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587D35C8-44D5-4C87-B050-5CD870570A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6933970"/>
              </p:ext>
            </p:extLst>
          </p:nvPr>
        </p:nvGraphicFramePr>
        <p:xfrm>
          <a:off x="838200" y="1825625"/>
          <a:ext cx="10515600" cy="4180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66182587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390579829"/>
                    </a:ext>
                  </a:extLst>
                </a:gridCol>
              </a:tblGrid>
              <a:tr h="836178">
                <a:tc>
                  <a:txBody>
                    <a:bodyPr/>
                    <a:lstStyle/>
                    <a:p>
                      <a:r>
                        <a:rPr lang="en-US" dirty="0"/>
                        <a:t>PG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90016"/>
                  </a:ext>
                </a:extLst>
              </a:tr>
              <a:tr h="836178">
                <a:tc>
                  <a:txBody>
                    <a:bodyPr/>
                    <a:lstStyle/>
                    <a:p>
                      <a:r>
                        <a:rPr lang="en-US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Adder sees </a:t>
                      </a:r>
                      <a:r>
                        <a:rPr lang="en-US" b="1" dirty="0"/>
                        <a:t>0 + 0 + </a:t>
                      </a:r>
                      <a:r>
                        <a:rPr lang="en-US" b="1" dirty="0" err="1"/>
                        <a:t>Cin</a:t>
                      </a:r>
                      <a:r>
                        <a:rPr lang="en-US" dirty="0"/>
                        <a:t>, knows </a:t>
                      </a:r>
                      <a:r>
                        <a:rPr lang="en-US" b="1" dirty="0" err="1"/>
                        <a:t>Cout</a:t>
                      </a:r>
                      <a:r>
                        <a:rPr lang="en-US" b="1" dirty="0"/>
                        <a:t> = 0 </a:t>
                      </a:r>
                      <a:r>
                        <a:rPr lang="en-US" dirty="0"/>
                        <a:t>for sure.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752398"/>
                  </a:ext>
                </a:extLst>
              </a:tr>
              <a:tr h="836178">
                <a:tc>
                  <a:txBody>
                    <a:bodyPr/>
                    <a:lstStyle/>
                    <a:p>
                      <a:r>
                        <a:rPr lang="en-US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Adders sees </a:t>
                      </a:r>
                      <a:r>
                        <a:rPr lang="en-US" b="1" dirty="0"/>
                        <a:t>1 + 1 + </a:t>
                      </a:r>
                      <a:r>
                        <a:rPr lang="en-US" b="1" dirty="0" err="1"/>
                        <a:t>Cin</a:t>
                      </a:r>
                      <a:r>
                        <a:rPr lang="en-US" dirty="0"/>
                        <a:t>, knows </a:t>
                      </a:r>
                      <a:r>
                        <a:rPr lang="en-US" b="1" dirty="0" err="1"/>
                        <a:t>Cout</a:t>
                      </a:r>
                      <a:r>
                        <a:rPr lang="en-US" b="1" dirty="0"/>
                        <a:t> = 1 </a:t>
                      </a:r>
                      <a:r>
                        <a:rPr lang="en-US" dirty="0"/>
                        <a:t>for sure.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3509659"/>
                  </a:ext>
                </a:extLst>
              </a:tr>
              <a:tr h="836178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Propagate </a:t>
                      </a:r>
                      <a:r>
                        <a:rPr lang="en-US" dirty="0" err="1"/>
                        <a:t>Cin</a:t>
                      </a:r>
                      <a:r>
                        <a:rPr lang="en-US" dirty="0"/>
                        <a:t> to </a:t>
                      </a:r>
                      <a:r>
                        <a:rPr lang="en-US" dirty="0" err="1"/>
                        <a:t>Cout</a:t>
                      </a:r>
                      <a:r>
                        <a:rPr lang="en-US" dirty="0"/>
                        <a:t>. G becomes don’t care.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470469"/>
                  </a:ext>
                </a:extLst>
              </a:tr>
              <a:tr h="836178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------------------------------------------------------------</a:t>
                      </a:r>
                    </a:p>
                    <a:p>
                      <a:r>
                        <a:rPr lang="en-US" dirty="0"/>
                        <a:t>Unreachable because A &amp; B, A </a:t>
                      </a:r>
                      <a:r>
                        <a:rPr lang="en-US" dirty="0" err="1"/>
                        <a:t>xor</a:t>
                      </a:r>
                      <a:r>
                        <a:rPr lang="en-US" dirty="0"/>
                        <a:t> B can’t be both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296098"/>
                  </a:ext>
                </a:extLst>
              </a:tr>
            </a:tbl>
          </a:graphicData>
        </a:graphic>
      </p:graphicFrame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E0136AF7-B562-4BF2-95FA-D6323B187367}"/>
              </a:ext>
            </a:extLst>
          </p:cNvPr>
          <p:cNvSpPr/>
          <p:nvPr/>
        </p:nvSpPr>
        <p:spPr>
          <a:xfrm>
            <a:off x="838200" y="2734811"/>
            <a:ext cx="445316" cy="1140903"/>
          </a:xfrm>
          <a:prstGeom prst="flowChartProcess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494BA734-B28A-4516-8D88-70CEE9095E3A}"/>
              </a:ext>
            </a:extLst>
          </p:cNvPr>
          <p:cNvSpPr/>
          <p:nvPr/>
        </p:nvSpPr>
        <p:spPr>
          <a:xfrm>
            <a:off x="838200" y="4305664"/>
            <a:ext cx="445316" cy="425727"/>
          </a:xfrm>
          <a:prstGeom prst="flowChartProcess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929A6D-A1AC-42F4-8D0D-2F6B226B31B7}"/>
              </a:ext>
            </a:extLst>
          </p:cNvPr>
          <p:cNvSpPr txBox="1"/>
          <p:nvPr/>
        </p:nvSpPr>
        <p:spPr>
          <a:xfrm>
            <a:off x="1542875" y="3032187"/>
            <a:ext cx="1652631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Generate, cuts propagation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C30931-0637-48DA-B9F8-5C7DF78E1AA4}"/>
              </a:ext>
            </a:extLst>
          </p:cNvPr>
          <p:cNvSpPr txBox="1"/>
          <p:nvPr/>
        </p:nvSpPr>
        <p:spPr>
          <a:xfrm>
            <a:off x="1542874" y="4333861"/>
            <a:ext cx="1652631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Propagate, transparent in propagation</a:t>
            </a:r>
          </a:p>
        </p:txBody>
      </p:sp>
    </p:spTree>
    <p:extLst>
      <p:ext uri="{BB962C8B-B14F-4D97-AF65-F5344CB8AC3E}">
        <p14:creationId xmlns:p14="http://schemas.microsoft.com/office/powerpoint/2010/main" val="2065233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0B7BD-283E-4280-BD49-2DCDC6E89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formula for carry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996D3D-484B-44AB-9F1A-416325D432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Consider bit </a:t>
                </a:r>
                <a:r>
                  <a:rPr lang="en-US" dirty="0" err="1"/>
                  <a:t>i</a:t>
                </a:r>
                <a:r>
                  <a:rPr lang="en-US" dirty="0"/>
                  <a:t> in a N bit adder.</a:t>
                </a:r>
              </a:p>
              <a:p>
                <a:r>
                  <a:rPr lang="en-US" dirty="0"/>
                  <a:t>Your carry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If you keep substitute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, you eventually reach a formula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some function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0..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0..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, which is equal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You are “looking ahead” all the carries, finding your way through all units that are “propagating”, until you find someone that’s “generating” or you reach original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All adders no longer have to wait for signal propagation delay because all P &amp; Gs are computed in parallel and made available to all adders by a Lookahead logic circuit.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996D3D-484B-44AB-9F1A-416325D432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 b="-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6077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0BFA5-571D-41F0-94B4-D5F04667B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7A7950-680D-413E-B163-809D093477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4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4000" dirty="0"/>
                  <a:t> 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4000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4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4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40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000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4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4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sz="4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4000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4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400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4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4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4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4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b="0" i="1" dirty="0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4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40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4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b="0" i="1" dirty="0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4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40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4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b="0" i="1" dirty="0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40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40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4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b="0" i="1" dirty="0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40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sz="4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4000" b="0" i="1" dirty="0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  <m:r>
                          <a:rPr lang="en-US" sz="40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sz="40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4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7A7950-680D-413E-B163-809D093477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50077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4894-80CE-4EA6-B6BE-BFA2E7BE4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21EB0-B1FF-47DC-8C06-8FC33B3D5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F852EE-93C4-4F81-A72E-4419D66CD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22" y="1051784"/>
            <a:ext cx="10847355" cy="4754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689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8A297-5BE8-4331-A371-BFD6C59C0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25408-8BE7-4A37-93D1-161EBD51C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Assume all combinational logic (Propagate, Generate, Sum and Carry) take same amount of time dt (for simplicity, not in reality!)</a:t>
            </a:r>
          </a:p>
          <a:p>
            <a:r>
              <a:rPr lang="en-US" dirty="0"/>
              <a:t>Every dt, new produced values are marked red, done adders are marked with green circle</a:t>
            </a:r>
          </a:p>
        </p:txBody>
      </p:sp>
    </p:spTree>
    <p:extLst>
      <p:ext uri="{BB962C8B-B14F-4D97-AF65-F5344CB8AC3E}">
        <p14:creationId xmlns:p14="http://schemas.microsoft.com/office/powerpoint/2010/main" val="20372496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6A8FF21-B76D-4756-8BD2-8E9A8B53480A}"/>
              </a:ext>
            </a:extLst>
          </p:cNvPr>
          <p:cNvSpPr/>
          <p:nvPr/>
        </p:nvSpPr>
        <p:spPr>
          <a:xfrm>
            <a:off x="1862356" y="1107347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3693F9-5590-42FC-974E-A519058BEC3C}"/>
              </a:ext>
            </a:extLst>
          </p:cNvPr>
          <p:cNvSpPr/>
          <p:nvPr/>
        </p:nvSpPr>
        <p:spPr>
          <a:xfrm>
            <a:off x="4293766" y="1107347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84B682-188C-4C78-AB1F-39A2F724D087}"/>
              </a:ext>
            </a:extLst>
          </p:cNvPr>
          <p:cNvSpPr/>
          <p:nvPr/>
        </p:nvSpPr>
        <p:spPr>
          <a:xfrm>
            <a:off x="6719582" y="1107347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59FEEB-783E-47ED-9D3F-35B8254FD134}"/>
              </a:ext>
            </a:extLst>
          </p:cNvPr>
          <p:cNvSpPr/>
          <p:nvPr/>
        </p:nvSpPr>
        <p:spPr>
          <a:xfrm>
            <a:off x="9145398" y="1107347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63659DC-E9BE-430E-9518-B0E9FCEAAD46}"/>
              </a:ext>
            </a:extLst>
          </p:cNvPr>
          <p:cNvCxnSpPr>
            <a:stCxn id="5" idx="1"/>
            <a:endCxn id="4" idx="3"/>
          </p:cNvCxnSpPr>
          <p:nvPr/>
        </p:nvCxnSpPr>
        <p:spPr>
          <a:xfrm flipH="1">
            <a:off x="3137483" y="1820411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29FF720-99F9-4717-BFCF-73072A110F26}"/>
              </a:ext>
            </a:extLst>
          </p:cNvPr>
          <p:cNvCxnSpPr/>
          <p:nvPr/>
        </p:nvCxnSpPr>
        <p:spPr>
          <a:xfrm flipH="1">
            <a:off x="5568893" y="1820411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A6811BE-ECB2-48A8-B841-A5A94D5208C9}"/>
              </a:ext>
            </a:extLst>
          </p:cNvPr>
          <p:cNvCxnSpPr/>
          <p:nvPr/>
        </p:nvCxnSpPr>
        <p:spPr>
          <a:xfrm flipH="1">
            <a:off x="7989115" y="1823207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6D98222-6350-441B-BBE4-904A43C13A77}"/>
              </a:ext>
            </a:extLst>
          </p:cNvPr>
          <p:cNvCxnSpPr/>
          <p:nvPr/>
        </p:nvCxnSpPr>
        <p:spPr>
          <a:xfrm flipH="1">
            <a:off x="10420525" y="1849772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CE4E0E5-0EBB-41A8-AEB3-087C86AC05B9}"/>
              </a:ext>
            </a:extLst>
          </p:cNvPr>
          <p:cNvCxnSpPr/>
          <p:nvPr/>
        </p:nvCxnSpPr>
        <p:spPr>
          <a:xfrm flipH="1">
            <a:off x="706073" y="1805031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6C348455-D059-4A1A-A20E-D5E473A04AB0}"/>
              </a:ext>
            </a:extLst>
          </p:cNvPr>
          <p:cNvSpPr/>
          <p:nvPr/>
        </p:nvSpPr>
        <p:spPr>
          <a:xfrm>
            <a:off x="1862356" y="3951216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5412B5-21DA-47B0-99D7-57392BA276C3}"/>
              </a:ext>
            </a:extLst>
          </p:cNvPr>
          <p:cNvSpPr/>
          <p:nvPr/>
        </p:nvSpPr>
        <p:spPr>
          <a:xfrm>
            <a:off x="4293766" y="3951216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DD54B9-B2CA-4D88-B106-361C9949D10D}"/>
              </a:ext>
            </a:extLst>
          </p:cNvPr>
          <p:cNvSpPr/>
          <p:nvPr/>
        </p:nvSpPr>
        <p:spPr>
          <a:xfrm>
            <a:off x="6719582" y="3951216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255265-ECB3-446C-A65D-C448ED47B23F}"/>
              </a:ext>
            </a:extLst>
          </p:cNvPr>
          <p:cNvSpPr/>
          <p:nvPr/>
        </p:nvSpPr>
        <p:spPr>
          <a:xfrm>
            <a:off x="9145398" y="3951216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544824-AFF0-4E49-972D-C342B06A5595}"/>
              </a:ext>
            </a:extLst>
          </p:cNvPr>
          <p:cNvSpPr txBox="1"/>
          <p:nvPr/>
        </p:nvSpPr>
        <p:spPr>
          <a:xfrm>
            <a:off x="1996581" y="1258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E726FA-1804-496D-BF33-E03373FDE335}"/>
              </a:ext>
            </a:extLst>
          </p:cNvPr>
          <p:cNvSpPr txBox="1"/>
          <p:nvPr/>
        </p:nvSpPr>
        <p:spPr>
          <a:xfrm>
            <a:off x="2610376" y="67950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41F30D-2E8C-45FB-94F9-E66A1D420E5A}"/>
              </a:ext>
            </a:extLst>
          </p:cNvPr>
          <p:cNvSpPr txBox="1"/>
          <p:nvPr/>
        </p:nvSpPr>
        <p:spPr>
          <a:xfrm>
            <a:off x="4447564" y="1258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796BFC-6358-4C31-8C0C-2F8FDBF706BA}"/>
              </a:ext>
            </a:extLst>
          </p:cNvPr>
          <p:cNvSpPr txBox="1"/>
          <p:nvPr/>
        </p:nvSpPr>
        <p:spPr>
          <a:xfrm>
            <a:off x="5061359" y="67950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08411B-EB9E-4AC7-AA37-D345DFB4D239}"/>
              </a:ext>
            </a:extLst>
          </p:cNvPr>
          <p:cNvSpPr txBox="1"/>
          <p:nvPr/>
        </p:nvSpPr>
        <p:spPr>
          <a:xfrm>
            <a:off x="6953552" y="1843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FAF046E-DB90-41B1-A560-7695B87923D1}"/>
              </a:ext>
            </a:extLst>
          </p:cNvPr>
          <p:cNvSpPr txBox="1"/>
          <p:nvPr/>
        </p:nvSpPr>
        <p:spPr>
          <a:xfrm>
            <a:off x="7567347" y="7380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0912A8-F19C-4BE1-AA95-3A70A421F94F}"/>
              </a:ext>
            </a:extLst>
          </p:cNvPr>
          <p:cNvSpPr txBox="1"/>
          <p:nvPr/>
        </p:nvSpPr>
        <p:spPr>
          <a:xfrm>
            <a:off x="9308697" y="1258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1182BE-DB5E-4945-AA62-50F1D34B2161}"/>
              </a:ext>
            </a:extLst>
          </p:cNvPr>
          <p:cNvSpPr txBox="1"/>
          <p:nvPr/>
        </p:nvSpPr>
        <p:spPr>
          <a:xfrm>
            <a:off x="9922492" y="67950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559947-3F80-4561-B192-F06C4C91761F}"/>
              </a:ext>
            </a:extLst>
          </p:cNvPr>
          <p:cNvSpPr txBox="1"/>
          <p:nvPr/>
        </p:nvSpPr>
        <p:spPr>
          <a:xfrm>
            <a:off x="11597779" y="163574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B7A6C5E-2D29-4791-B25A-2BA3D5BAC8D2}"/>
              </a:ext>
            </a:extLst>
          </p:cNvPr>
          <p:cNvSpPr txBox="1"/>
          <p:nvPr/>
        </p:nvSpPr>
        <p:spPr>
          <a:xfrm>
            <a:off x="11695652" y="450897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98862D-5AE6-4664-A66B-3906CBCD40D4}"/>
              </a:ext>
            </a:extLst>
          </p:cNvPr>
          <p:cNvSpPr txBox="1"/>
          <p:nvPr/>
        </p:nvSpPr>
        <p:spPr>
          <a:xfrm>
            <a:off x="276837" y="184341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T=0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877F1E-4FC5-41DF-99C1-C3CD5BE8E95A}"/>
              </a:ext>
            </a:extLst>
          </p:cNvPr>
          <p:cNvSpPr txBox="1"/>
          <p:nvPr/>
        </p:nvSpPr>
        <p:spPr>
          <a:xfrm>
            <a:off x="1862356" y="5947794"/>
            <a:ext cx="8558169" cy="369332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dist"/>
            <a:r>
              <a:rPr lang="en-US" dirty="0"/>
              <a:t>Carry Lookahead Unit</a:t>
            </a:r>
          </a:p>
        </p:txBody>
      </p:sp>
    </p:spTree>
    <p:extLst>
      <p:ext uri="{BB962C8B-B14F-4D97-AF65-F5344CB8AC3E}">
        <p14:creationId xmlns:p14="http://schemas.microsoft.com/office/powerpoint/2010/main" val="29433231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6A8FF21-B76D-4756-8BD2-8E9A8B53480A}"/>
              </a:ext>
            </a:extLst>
          </p:cNvPr>
          <p:cNvSpPr/>
          <p:nvPr/>
        </p:nvSpPr>
        <p:spPr>
          <a:xfrm>
            <a:off x="1862356" y="1107347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3693F9-5590-42FC-974E-A519058BEC3C}"/>
              </a:ext>
            </a:extLst>
          </p:cNvPr>
          <p:cNvSpPr/>
          <p:nvPr/>
        </p:nvSpPr>
        <p:spPr>
          <a:xfrm>
            <a:off x="4293766" y="1107347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84B682-188C-4C78-AB1F-39A2F724D087}"/>
              </a:ext>
            </a:extLst>
          </p:cNvPr>
          <p:cNvSpPr/>
          <p:nvPr/>
        </p:nvSpPr>
        <p:spPr>
          <a:xfrm>
            <a:off x="6719582" y="1107347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59FEEB-783E-47ED-9D3F-35B8254FD134}"/>
              </a:ext>
            </a:extLst>
          </p:cNvPr>
          <p:cNvSpPr/>
          <p:nvPr/>
        </p:nvSpPr>
        <p:spPr>
          <a:xfrm>
            <a:off x="9145398" y="1107347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63659DC-E9BE-430E-9518-B0E9FCEAAD46}"/>
              </a:ext>
            </a:extLst>
          </p:cNvPr>
          <p:cNvCxnSpPr>
            <a:stCxn id="5" idx="1"/>
            <a:endCxn id="4" idx="3"/>
          </p:cNvCxnSpPr>
          <p:nvPr/>
        </p:nvCxnSpPr>
        <p:spPr>
          <a:xfrm flipH="1">
            <a:off x="3137483" y="1820411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29FF720-99F9-4717-BFCF-73072A110F26}"/>
              </a:ext>
            </a:extLst>
          </p:cNvPr>
          <p:cNvCxnSpPr/>
          <p:nvPr/>
        </p:nvCxnSpPr>
        <p:spPr>
          <a:xfrm flipH="1">
            <a:off x="5568893" y="1820411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A6811BE-ECB2-48A8-B841-A5A94D5208C9}"/>
              </a:ext>
            </a:extLst>
          </p:cNvPr>
          <p:cNvCxnSpPr/>
          <p:nvPr/>
        </p:nvCxnSpPr>
        <p:spPr>
          <a:xfrm flipH="1">
            <a:off x="7989115" y="1823207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6D98222-6350-441B-BBE4-904A43C13A77}"/>
              </a:ext>
            </a:extLst>
          </p:cNvPr>
          <p:cNvCxnSpPr/>
          <p:nvPr/>
        </p:nvCxnSpPr>
        <p:spPr>
          <a:xfrm flipH="1">
            <a:off x="10420525" y="1849772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CE4E0E5-0EBB-41A8-AEB3-087C86AC05B9}"/>
              </a:ext>
            </a:extLst>
          </p:cNvPr>
          <p:cNvCxnSpPr/>
          <p:nvPr/>
        </p:nvCxnSpPr>
        <p:spPr>
          <a:xfrm flipH="1">
            <a:off x="706073" y="1805031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6C348455-D059-4A1A-A20E-D5E473A04AB0}"/>
              </a:ext>
            </a:extLst>
          </p:cNvPr>
          <p:cNvSpPr/>
          <p:nvPr/>
        </p:nvSpPr>
        <p:spPr>
          <a:xfrm>
            <a:off x="1862356" y="3951216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5412B5-21DA-47B0-99D7-57392BA276C3}"/>
              </a:ext>
            </a:extLst>
          </p:cNvPr>
          <p:cNvSpPr/>
          <p:nvPr/>
        </p:nvSpPr>
        <p:spPr>
          <a:xfrm>
            <a:off x="4293766" y="3951216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DD54B9-B2CA-4D88-B106-361C9949D10D}"/>
              </a:ext>
            </a:extLst>
          </p:cNvPr>
          <p:cNvSpPr/>
          <p:nvPr/>
        </p:nvSpPr>
        <p:spPr>
          <a:xfrm>
            <a:off x="6719582" y="3951216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255265-ECB3-446C-A65D-C448ED47B23F}"/>
              </a:ext>
            </a:extLst>
          </p:cNvPr>
          <p:cNvSpPr/>
          <p:nvPr/>
        </p:nvSpPr>
        <p:spPr>
          <a:xfrm>
            <a:off x="9145398" y="3951216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544824-AFF0-4E49-972D-C342B06A5595}"/>
              </a:ext>
            </a:extLst>
          </p:cNvPr>
          <p:cNvSpPr txBox="1"/>
          <p:nvPr/>
        </p:nvSpPr>
        <p:spPr>
          <a:xfrm>
            <a:off x="1996581" y="1258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E726FA-1804-496D-BF33-E03373FDE335}"/>
              </a:ext>
            </a:extLst>
          </p:cNvPr>
          <p:cNvSpPr txBox="1"/>
          <p:nvPr/>
        </p:nvSpPr>
        <p:spPr>
          <a:xfrm>
            <a:off x="2610376" y="67950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41F30D-2E8C-45FB-94F9-E66A1D420E5A}"/>
              </a:ext>
            </a:extLst>
          </p:cNvPr>
          <p:cNvSpPr txBox="1"/>
          <p:nvPr/>
        </p:nvSpPr>
        <p:spPr>
          <a:xfrm>
            <a:off x="4447564" y="1258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796BFC-6358-4C31-8C0C-2F8FDBF706BA}"/>
              </a:ext>
            </a:extLst>
          </p:cNvPr>
          <p:cNvSpPr txBox="1"/>
          <p:nvPr/>
        </p:nvSpPr>
        <p:spPr>
          <a:xfrm>
            <a:off x="5061359" y="67950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08411B-EB9E-4AC7-AA37-D345DFB4D239}"/>
              </a:ext>
            </a:extLst>
          </p:cNvPr>
          <p:cNvSpPr txBox="1"/>
          <p:nvPr/>
        </p:nvSpPr>
        <p:spPr>
          <a:xfrm>
            <a:off x="6953552" y="1843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FAF046E-DB90-41B1-A560-7695B87923D1}"/>
              </a:ext>
            </a:extLst>
          </p:cNvPr>
          <p:cNvSpPr txBox="1"/>
          <p:nvPr/>
        </p:nvSpPr>
        <p:spPr>
          <a:xfrm>
            <a:off x="7567347" y="7380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0912A8-F19C-4BE1-AA95-3A70A421F94F}"/>
              </a:ext>
            </a:extLst>
          </p:cNvPr>
          <p:cNvSpPr txBox="1"/>
          <p:nvPr/>
        </p:nvSpPr>
        <p:spPr>
          <a:xfrm>
            <a:off x="9308697" y="1258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1182BE-DB5E-4945-AA62-50F1D34B2161}"/>
              </a:ext>
            </a:extLst>
          </p:cNvPr>
          <p:cNvSpPr txBox="1"/>
          <p:nvPr/>
        </p:nvSpPr>
        <p:spPr>
          <a:xfrm>
            <a:off x="9922492" y="67950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559947-3F80-4561-B192-F06C4C91761F}"/>
              </a:ext>
            </a:extLst>
          </p:cNvPr>
          <p:cNvSpPr txBox="1"/>
          <p:nvPr/>
        </p:nvSpPr>
        <p:spPr>
          <a:xfrm>
            <a:off x="11597779" y="163574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B7A6C5E-2D29-4791-B25A-2BA3D5BAC8D2}"/>
              </a:ext>
            </a:extLst>
          </p:cNvPr>
          <p:cNvSpPr txBox="1"/>
          <p:nvPr/>
        </p:nvSpPr>
        <p:spPr>
          <a:xfrm>
            <a:off x="11695652" y="450897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308329-AAFD-44B5-A42A-2BDDB7422BF0}"/>
              </a:ext>
            </a:extLst>
          </p:cNvPr>
          <p:cNvSpPr txBox="1"/>
          <p:nvPr/>
        </p:nvSpPr>
        <p:spPr>
          <a:xfrm>
            <a:off x="9641906" y="16203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58D2E3C-FE8F-44CB-83C9-E47E0C34AAA0}"/>
              </a:ext>
            </a:extLst>
          </p:cNvPr>
          <p:cNvSpPr txBox="1"/>
          <p:nvPr/>
        </p:nvSpPr>
        <p:spPr>
          <a:xfrm>
            <a:off x="8405928" y="145107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85F1CD-E10C-4C4B-A3B1-F2EF33957A88}"/>
              </a:ext>
            </a:extLst>
          </p:cNvPr>
          <p:cNvSpPr txBox="1"/>
          <p:nvPr/>
        </p:nvSpPr>
        <p:spPr>
          <a:xfrm>
            <a:off x="1073950" y="42795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3840B12-862E-4180-9D01-FE453272CC80}"/>
              </a:ext>
            </a:extLst>
          </p:cNvPr>
          <p:cNvSpPr txBox="1"/>
          <p:nvPr/>
        </p:nvSpPr>
        <p:spPr>
          <a:xfrm>
            <a:off x="3151129" y="4271180"/>
            <a:ext cx="1137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Propagate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19DA2E6-A254-4C19-8CB3-A400A74C5B39}"/>
              </a:ext>
            </a:extLst>
          </p:cNvPr>
          <p:cNvSpPr/>
          <p:nvPr/>
        </p:nvSpPr>
        <p:spPr>
          <a:xfrm>
            <a:off x="9217498" y="1203822"/>
            <a:ext cx="242042" cy="24725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C0C0C0"/>
              </a:highlight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9F9FD9-2A15-4880-B4E2-F1E1F1680955}"/>
              </a:ext>
            </a:extLst>
          </p:cNvPr>
          <p:cNvSpPr txBox="1"/>
          <p:nvPr/>
        </p:nvSpPr>
        <p:spPr>
          <a:xfrm>
            <a:off x="5582539" y="4271180"/>
            <a:ext cx="1137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Propagate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C8D189-FBCF-4F68-9F27-0F0E6272F30E}"/>
              </a:ext>
            </a:extLst>
          </p:cNvPr>
          <p:cNvSpPr txBox="1"/>
          <p:nvPr/>
        </p:nvSpPr>
        <p:spPr>
          <a:xfrm>
            <a:off x="8405928" y="42822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CFEDD85-5801-4F92-BC94-651C20D29322}"/>
              </a:ext>
            </a:extLst>
          </p:cNvPr>
          <p:cNvSpPr txBox="1"/>
          <p:nvPr/>
        </p:nvSpPr>
        <p:spPr>
          <a:xfrm>
            <a:off x="9606331" y="44991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B105A9F-FC38-466F-809C-D8D00D6BD73D}"/>
              </a:ext>
            </a:extLst>
          </p:cNvPr>
          <p:cNvSpPr/>
          <p:nvPr/>
        </p:nvSpPr>
        <p:spPr>
          <a:xfrm>
            <a:off x="9224156" y="4044894"/>
            <a:ext cx="242042" cy="24725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C0C0C0"/>
              </a:highlight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3DD3312-4694-417D-B2EC-432CAC40B778}"/>
              </a:ext>
            </a:extLst>
          </p:cNvPr>
          <p:cNvSpPr txBox="1"/>
          <p:nvPr/>
        </p:nvSpPr>
        <p:spPr>
          <a:xfrm>
            <a:off x="276837" y="184341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T=1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EA914A5-A7F0-46C7-A897-BB7A12FEBD74}"/>
              </a:ext>
            </a:extLst>
          </p:cNvPr>
          <p:cNvCxnSpPr>
            <a:cxnSpLocks/>
          </p:cNvCxnSpPr>
          <p:nvPr/>
        </p:nvCxnSpPr>
        <p:spPr>
          <a:xfrm>
            <a:off x="9529894" y="5377344"/>
            <a:ext cx="0" cy="536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04A1C38-51E5-4ACD-B9CA-A18540C11732}"/>
              </a:ext>
            </a:extLst>
          </p:cNvPr>
          <p:cNvCxnSpPr/>
          <p:nvPr/>
        </p:nvCxnSpPr>
        <p:spPr>
          <a:xfrm>
            <a:off x="10117123" y="5377344"/>
            <a:ext cx="0" cy="536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31A0070-20BC-4A4E-85CE-CC948E708A10}"/>
              </a:ext>
            </a:extLst>
          </p:cNvPr>
          <p:cNvSpPr txBox="1"/>
          <p:nvPr/>
        </p:nvSpPr>
        <p:spPr>
          <a:xfrm>
            <a:off x="9253836" y="5914239"/>
            <a:ext cx="654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P=0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1E2FB10-96E3-4F11-8771-DA40FB814B49}"/>
              </a:ext>
            </a:extLst>
          </p:cNvPr>
          <p:cNvSpPr txBox="1"/>
          <p:nvPr/>
        </p:nvSpPr>
        <p:spPr>
          <a:xfrm>
            <a:off x="9943591" y="5914239"/>
            <a:ext cx="654161" cy="380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G=1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3F5A01B-73A0-44D5-981B-AFEF9C8A8DD3}"/>
              </a:ext>
            </a:extLst>
          </p:cNvPr>
          <p:cNvCxnSpPr>
            <a:cxnSpLocks/>
          </p:cNvCxnSpPr>
          <p:nvPr/>
        </p:nvCxnSpPr>
        <p:spPr>
          <a:xfrm>
            <a:off x="7040701" y="5366104"/>
            <a:ext cx="0" cy="536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CDC206E-CAAF-4EF8-8D9E-981C831671A0}"/>
              </a:ext>
            </a:extLst>
          </p:cNvPr>
          <p:cNvCxnSpPr/>
          <p:nvPr/>
        </p:nvCxnSpPr>
        <p:spPr>
          <a:xfrm>
            <a:off x="7627930" y="5366104"/>
            <a:ext cx="0" cy="536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2F86F28B-F581-4F42-B003-F6E03A5C9F67}"/>
              </a:ext>
            </a:extLst>
          </p:cNvPr>
          <p:cNvSpPr txBox="1"/>
          <p:nvPr/>
        </p:nvSpPr>
        <p:spPr>
          <a:xfrm>
            <a:off x="6764643" y="5902999"/>
            <a:ext cx="654171" cy="380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P=1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E444895-34AF-4270-8470-DC7C257C5895}"/>
              </a:ext>
            </a:extLst>
          </p:cNvPr>
          <p:cNvSpPr txBox="1"/>
          <p:nvPr/>
        </p:nvSpPr>
        <p:spPr>
          <a:xfrm>
            <a:off x="7454398" y="5902999"/>
            <a:ext cx="729027" cy="380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G=0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2A2794B-46D2-4DB2-8885-73618B8B3E11}"/>
              </a:ext>
            </a:extLst>
          </p:cNvPr>
          <p:cNvCxnSpPr>
            <a:cxnSpLocks/>
          </p:cNvCxnSpPr>
          <p:nvPr/>
        </p:nvCxnSpPr>
        <p:spPr>
          <a:xfrm>
            <a:off x="4590781" y="5389982"/>
            <a:ext cx="0" cy="536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5120C09-F7F2-48F6-B3ED-1B50E1F30283}"/>
              </a:ext>
            </a:extLst>
          </p:cNvPr>
          <p:cNvCxnSpPr/>
          <p:nvPr/>
        </p:nvCxnSpPr>
        <p:spPr>
          <a:xfrm>
            <a:off x="5178010" y="5389982"/>
            <a:ext cx="0" cy="536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FC78317A-3EC6-4634-A5E6-7F343D0B6E83}"/>
              </a:ext>
            </a:extLst>
          </p:cNvPr>
          <p:cNvSpPr txBox="1"/>
          <p:nvPr/>
        </p:nvSpPr>
        <p:spPr>
          <a:xfrm>
            <a:off x="4314724" y="5926877"/>
            <a:ext cx="654170" cy="380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P=1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563A8E6-0B1B-42AA-8A5C-26362AD4372E}"/>
              </a:ext>
            </a:extLst>
          </p:cNvPr>
          <p:cNvSpPr txBox="1"/>
          <p:nvPr/>
        </p:nvSpPr>
        <p:spPr>
          <a:xfrm>
            <a:off x="5004478" y="5926877"/>
            <a:ext cx="689753" cy="380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G=0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4A585BC-7A3B-4387-B2E8-0552C9F4BC84}"/>
              </a:ext>
            </a:extLst>
          </p:cNvPr>
          <p:cNvCxnSpPr>
            <a:cxnSpLocks/>
          </p:cNvCxnSpPr>
          <p:nvPr/>
        </p:nvCxnSpPr>
        <p:spPr>
          <a:xfrm>
            <a:off x="2208009" y="5363308"/>
            <a:ext cx="0" cy="536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DF80494-1F01-448E-9421-5DD0811B7733}"/>
              </a:ext>
            </a:extLst>
          </p:cNvPr>
          <p:cNvCxnSpPr/>
          <p:nvPr/>
        </p:nvCxnSpPr>
        <p:spPr>
          <a:xfrm>
            <a:off x="2795238" y="5363308"/>
            <a:ext cx="0" cy="536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7E797F45-E668-4ABD-A412-561302352C8E}"/>
              </a:ext>
            </a:extLst>
          </p:cNvPr>
          <p:cNvSpPr txBox="1"/>
          <p:nvPr/>
        </p:nvSpPr>
        <p:spPr>
          <a:xfrm>
            <a:off x="1931951" y="5900203"/>
            <a:ext cx="622605" cy="380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P=0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FB0A014-17BF-45CF-8AEA-8901D890E689}"/>
              </a:ext>
            </a:extLst>
          </p:cNvPr>
          <p:cNvSpPr txBox="1"/>
          <p:nvPr/>
        </p:nvSpPr>
        <p:spPr>
          <a:xfrm>
            <a:off x="2621706" y="5900203"/>
            <a:ext cx="654167" cy="380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G=0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1CFAB8A-C925-4B21-B954-547C437A9EAB}"/>
              </a:ext>
            </a:extLst>
          </p:cNvPr>
          <p:cNvSpPr txBox="1"/>
          <p:nvPr/>
        </p:nvSpPr>
        <p:spPr>
          <a:xfrm>
            <a:off x="1867949" y="5939515"/>
            <a:ext cx="8558169" cy="369332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dist"/>
            <a:endParaRPr lang="en-US" dirty="0"/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F92E3BEB-6B1F-4A31-9489-B0577BD7B1A3}"/>
              </a:ext>
            </a:extLst>
          </p:cNvPr>
          <p:cNvCxnSpPr>
            <a:cxnSpLocks/>
            <a:stCxn id="31" idx="1"/>
            <a:endCxn id="61" idx="3"/>
          </p:cNvCxnSpPr>
          <p:nvPr/>
        </p:nvCxnSpPr>
        <p:spPr>
          <a:xfrm rot="10800000" flipV="1">
            <a:off x="10426118" y="4693641"/>
            <a:ext cx="1269534" cy="14305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31759DE5-C386-42D4-A959-3BD0EA2EBF31}"/>
              </a:ext>
            </a:extLst>
          </p:cNvPr>
          <p:cNvCxnSpPr>
            <a:cxnSpLocks/>
            <a:endCxn id="16" idx="3"/>
          </p:cNvCxnSpPr>
          <p:nvPr/>
        </p:nvCxnSpPr>
        <p:spPr>
          <a:xfrm rot="16200000" flipV="1">
            <a:off x="7818486" y="4840503"/>
            <a:ext cx="1275236" cy="92278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78188962-79FC-4AB2-B655-ED2B28B011B8}"/>
              </a:ext>
            </a:extLst>
          </p:cNvPr>
          <p:cNvCxnSpPr>
            <a:cxnSpLocks/>
            <a:endCxn id="15" idx="3"/>
          </p:cNvCxnSpPr>
          <p:nvPr/>
        </p:nvCxnSpPr>
        <p:spPr>
          <a:xfrm rot="16200000" flipV="1">
            <a:off x="5414447" y="4818726"/>
            <a:ext cx="1276744" cy="96785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037E2D1F-1B04-49F2-84B5-CF6E9BB62658}"/>
              </a:ext>
            </a:extLst>
          </p:cNvPr>
          <p:cNvCxnSpPr>
            <a:cxnSpLocks/>
          </p:cNvCxnSpPr>
          <p:nvPr/>
        </p:nvCxnSpPr>
        <p:spPr>
          <a:xfrm rot="16200000" flipV="1">
            <a:off x="2979260" y="4848275"/>
            <a:ext cx="1275236" cy="92278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FC1C8F23-FEAB-4632-84FC-29D278E4FA67}"/>
              </a:ext>
            </a:extLst>
          </p:cNvPr>
          <p:cNvCxnSpPr>
            <a:cxnSpLocks/>
            <a:stCxn id="61" idx="1"/>
            <a:endCxn id="3" idx="3"/>
          </p:cNvCxnSpPr>
          <p:nvPr/>
        </p:nvCxnSpPr>
        <p:spPr>
          <a:xfrm rot="10800000">
            <a:off x="1375637" y="4464235"/>
            <a:ext cx="492313" cy="165994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85811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6A8FF21-B76D-4756-8BD2-8E9A8B53480A}"/>
              </a:ext>
            </a:extLst>
          </p:cNvPr>
          <p:cNvSpPr/>
          <p:nvPr/>
        </p:nvSpPr>
        <p:spPr>
          <a:xfrm>
            <a:off x="1862356" y="1107347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3693F9-5590-42FC-974E-A519058BEC3C}"/>
              </a:ext>
            </a:extLst>
          </p:cNvPr>
          <p:cNvSpPr/>
          <p:nvPr/>
        </p:nvSpPr>
        <p:spPr>
          <a:xfrm>
            <a:off x="4293766" y="1107347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84B682-188C-4C78-AB1F-39A2F724D087}"/>
              </a:ext>
            </a:extLst>
          </p:cNvPr>
          <p:cNvSpPr/>
          <p:nvPr/>
        </p:nvSpPr>
        <p:spPr>
          <a:xfrm>
            <a:off x="6719582" y="1107347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59FEEB-783E-47ED-9D3F-35B8254FD134}"/>
              </a:ext>
            </a:extLst>
          </p:cNvPr>
          <p:cNvSpPr/>
          <p:nvPr/>
        </p:nvSpPr>
        <p:spPr>
          <a:xfrm>
            <a:off x="9145398" y="1107347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63659DC-E9BE-430E-9518-B0E9FCEAAD46}"/>
              </a:ext>
            </a:extLst>
          </p:cNvPr>
          <p:cNvCxnSpPr>
            <a:stCxn id="5" idx="1"/>
            <a:endCxn id="4" idx="3"/>
          </p:cNvCxnSpPr>
          <p:nvPr/>
        </p:nvCxnSpPr>
        <p:spPr>
          <a:xfrm flipH="1">
            <a:off x="3137483" y="1820411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29FF720-99F9-4717-BFCF-73072A110F26}"/>
              </a:ext>
            </a:extLst>
          </p:cNvPr>
          <p:cNvCxnSpPr/>
          <p:nvPr/>
        </p:nvCxnSpPr>
        <p:spPr>
          <a:xfrm flipH="1">
            <a:off x="5568893" y="1820411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A6811BE-ECB2-48A8-B841-A5A94D5208C9}"/>
              </a:ext>
            </a:extLst>
          </p:cNvPr>
          <p:cNvCxnSpPr/>
          <p:nvPr/>
        </p:nvCxnSpPr>
        <p:spPr>
          <a:xfrm flipH="1">
            <a:off x="7989115" y="1823207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6D98222-6350-441B-BBE4-904A43C13A77}"/>
              </a:ext>
            </a:extLst>
          </p:cNvPr>
          <p:cNvCxnSpPr/>
          <p:nvPr/>
        </p:nvCxnSpPr>
        <p:spPr>
          <a:xfrm flipH="1">
            <a:off x="10420525" y="1849772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CE4E0E5-0EBB-41A8-AEB3-087C86AC05B9}"/>
              </a:ext>
            </a:extLst>
          </p:cNvPr>
          <p:cNvCxnSpPr/>
          <p:nvPr/>
        </p:nvCxnSpPr>
        <p:spPr>
          <a:xfrm flipH="1">
            <a:off x="706073" y="1805031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6C348455-D059-4A1A-A20E-D5E473A04AB0}"/>
              </a:ext>
            </a:extLst>
          </p:cNvPr>
          <p:cNvSpPr/>
          <p:nvPr/>
        </p:nvSpPr>
        <p:spPr>
          <a:xfrm>
            <a:off x="1862356" y="3951216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5412B5-21DA-47B0-99D7-57392BA276C3}"/>
              </a:ext>
            </a:extLst>
          </p:cNvPr>
          <p:cNvSpPr/>
          <p:nvPr/>
        </p:nvSpPr>
        <p:spPr>
          <a:xfrm>
            <a:off x="4293766" y="3951216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DD54B9-B2CA-4D88-B106-361C9949D10D}"/>
              </a:ext>
            </a:extLst>
          </p:cNvPr>
          <p:cNvSpPr/>
          <p:nvPr/>
        </p:nvSpPr>
        <p:spPr>
          <a:xfrm>
            <a:off x="6719582" y="3951216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255265-ECB3-446C-A65D-C448ED47B23F}"/>
              </a:ext>
            </a:extLst>
          </p:cNvPr>
          <p:cNvSpPr/>
          <p:nvPr/>
        </p:nvSpPr>
        <p:spPr>
          <a:xfrm>
            <a:off x="9145398" y="3951216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544824-AFF0-4E49-972D-C342B06A5595}"/>
              </a:ext>
            </a:extLst>
          </p:cNvPr>
          <p:cNvSpPr txBox="1"/>
          <p:nvPr/>
        </p:nvSpPr>
        <p:spPr>
          <a:xfrm>
            <a:off x="1996581" y="1258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E726FA-1804-496D-BF33-E03373FDE335}"/>
              </a:ext>
            </a:extLst>
          </p:cNvPr>
          <p:cNvSpPr txBox="1"/>
          <p:nvPr/>
        </p:nvSpPr>
        <p:spPr>
          <a:xfrm>
            <a:off x="2610376" y="67950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41F30D-2E8C-45FB-94F9-E66A1D420E5A}"/>
              </a:ext>
            </a:extLst>
          </p:cNvPr>
          <p:cNvSpPr txBox="1"/>
          <p:nvPr/>
        </p:nvSpPr>
        <p:spPr>
          <a:xfrm>
            <a:off x="4447564" y="1258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796BFC-6358-4C31-8C0C-2F8FDBF706BA}"/>
              </a:ext>
            </a:extLst>
          </p:cNvPr>
          <p:cNvSpPr txBox="1"/>
          <p:nvPr/>
        </p:nvSpPr>
        <p:spPr>
          <a:xfrm>
            <a:off x="5061359" y="67950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08411B-EB9E-4AC7-AA37-D345DFB4D239}"/>
              </a:ext>
            </a:extLst>
          </p:cNvPr>
          <p:cNvSpPr txBox="1"/>
          <p:nvPr/>
        </p:nvSpPr>
        <p:spPr>
          <a:xfrm>
            <a:off x="6953552" y="1843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FAF046E-DB90-41B1-A560-7695B87923D1}"/>
              </a:ext>
            </a:extLst>
          </p:cNvPr>
          <p:cNvSpPr txBox="1"/>
          <p:nvPr/>
        </p:nvSpPr>
        <p:spPr>
          <a:xfrm>
            <a:off x="7567347" y="7380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0912A8-F19C-4BE1-AA95-3A70A421F94F}"/>
              </a:ext>
            </a:extLst>
          </p:cNvPr>
          <p:cNvSpPr txBox="1"/>
          <p:nvPr/>
        </p:nvSpPr>
        <p:spPr>
          <a:xfrm>
            <a:off x="9308697" y="1258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1182BE-DB5E-4945-AA62-50F1D34B2161}"/>
              </a:ext>
            </a:extLst>
          </p:cNvPr>
          <p:cNvSpPr txBox="1"/>
          <p:nvPr/>
        </p:nvSpPr>
        <p:spPr>
          <a:xfrm>
            <a:off x="9922492" y="67950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559947-3F80-4561-B192-F06C4C91761F}"/>
              </a:ext>
            </a:extLst>
          </p:cNvPr>
          <p:cNvSpPr txBox="1"/>
          <p:nvPr/>
        </p:nvSpPr>
        <p:spPr>
          <a:xfrm>
            <a:off x="11597779" y="163574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B7A6C5E-2D29-4791-B25A-2BA3D5BAC8D2}"/>
              </a:ext>
            </a:extLst>
          </p:cNvPr>
          <p:cNvSpPr txBox="1"/>
          <p:nvPr/>
        </p:nvSpPr>
        <p:spPr>
          <a:xfrm>
            <a:off x="11695652" y="450897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308329-AAFD-44B5-A42A-2BDDB7422BF0}"/>
              </a:ext>
            </a:extLst>
          </p:cNvPr>
          <p:cNvSpPr txBox="1"/>
          <p:nvPr/>
        </p:nvSpPr>
        <p:spPr>
          <a:xfrm>
            <a:off x="9641906" y="16203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58D2E3C-FE8F-44CB-83C9-E47E0C34AAA0}"/>
              </a:ext>
            </a:extLst>
          </p:cNvPr>
          <p:cNvSpPr txBox="1"/>
          <p:nvPr/>
        </p:nvSpPr>
        <p:spPr>
          <a:xfrm>
            <a:off x="8405928" y="145107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85F1CD-E10C-4C4B-A3B1-F2EF33957A88}"/>
              </a:ext>
            </a:extLst>
          </p:cNvPr>
          <p:cNvSpPr txBox="1"/>
          <p:nvPr/>
        </p:nvSpPr>
        <p:spPr>
          <a:xfrm>
            <a:off x="1073950" y="42795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3840B12-862E-4180-9D01-FE453272CC80}"/>
              </a:ext>
            </a:extLst>
          </p:cNvPr>
          <p:cNvSpPr txBox="1"/>
          <p:nvPr/>
        </p:nvSpPr>
        <p:spPr>
          <a:xfrm>
            <a:off x="3133325" y="4279568"/>
            <a:ext cx="11370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Propagate</a:t>
            </a:r>
          </a:p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19DA2E6-A254-4C19-8CB3-A400A74C5B39}"/>
              </a:ext>
            </a:extLst>
          </p:cNvPr>
          <p:cNvSpPr/>
          <p:nvPr/>
        </p:nvSpPr>
        <p:spPr>
          <a:xfrm>
            <a:off x="9217498" y="1203822"/>
            <a:ext cx="242042" cy="24725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highlight>
                <a:srgbClr val="C0C0C0"/>
              </a:highlight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9F9FD9-2A15-4880-B4E2-F1E1F1680955}"/>
              </a:ext>
            </a:extLst>
          </p:cNvPr>
          <p:cNvSpPr txBox="1"/>
          <p:nvPr/>
        </p:nvSpPr>
        <p:spPr>
          <a:xfrm>
            <a:off x="5544346" y="4263542"/>
            <a:ext cx="11370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Propagate</a:t>
            </a:r>
          </a:p>
          <a:p>
            <a:pPr algn="ctr"/>
            <a:r>
              <a:rPr lang="en-US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C8D189-FBCF-4F68-9F27-0F0E6272F30E}"/>
              </a:ext>
            </a:extLst>
          </p:cNvPr>
          <p:cNvSpPr txBox="1"/>
          <p:nvPr/>
        </p:nvSpPr>
        <p:spPr>
          <a:xfrm>
            <a:off x="8405928" y="42822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CFEDD85-5801-4F92-BC94-651C20D29322}"/>
              </a:ext>
            </a:extLst>
          </p:cNvPr>
          <p:cNvSpPr txBox="1"/>
          <p:nvPr/>
        </p:nvSpPr>
        <p:spPr>
          <a:xfrm>
            <a:off x="9606331" y="44991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B105A9F-FC38-466F-809C-D8D00D6BD73D}"/>
              </a:ext>
            </a:extLst>
          </p:cNvPr>
          <p:cNvSpPr/>
          <p:nvPr/>
        </p:nvSpPr>
        <p:spPr>
          <a:xfrm>
            <a:off x="9224156" y="4044894"/>
            <a:ext cx="242042" cy="24725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highlight>
                <a:srgbClr val="C0C0C0"/>
              </a:highlight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02BC394-EE23-4096-B011-3765A39F7231}"/>
              </a:ext>
            </a:extLst>
          </p:cNvPr>
          <p:cNvSpPr txBox="1"/>
          <p:nvPr/>
        </p:nvSpPr>
        <p:spPr>
          <a:xfrm>
            <a:off x="7202109" y="16020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26ED3A4-8CAA-492A-8DC9-991F4CDDE45E}"/>
              </a:ext>
            </a:extLst>
          </p:cNvPr>
          <p:cNvSpPr txBox="1"/>
          <p:nvPr/>
        </p:nvSpPr>
        <p:spPr>
          <a:xfrm>
            <a:off x="5993394" y="14076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0AC8EE2-545A-4F61-AB95-EBA0486E18FA}"/>
              </a:ext>
            </a:extLst>
          </p:cNvPr>
          <p:cNvSpPr/>
          <p:nvPr/>
        </p:nvSpPr>
        <p:spPr>
          <a:xfrm>
            <a:off x="6793000" y="1195217"/>
            <a:ext cx="242042" cy="24725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highlight>
                <a:srgbClr val="C0C0C0"/>
              </a:highlight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664A5BC-920D-4B5B-AE19-382BB71C3933}"/>
              </a:ext>
            </a:extLst>
          </p:cNvPr>
          <p:cNvSpPr txBox="1"/>
          <p:nvPr/>
        </p:nvSpPr>
        <p:spPr>
          <a:xfrm>
            <a:off x="7184409" y="4455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F2850A0-2848-4146-8F36-5F76741C24CB}"/>
              </a:ext>
            </a:extLst>
          </p:cNvPr>
          <p:cNvSpPr txBox="1"/>
          <p:nvPr/>
        </p:nvSpPr>
        <p:spPr>
          <a:xfrm>
            <a:off x="4784042" y="4455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782B8E1-4467-4574-ABAB-F08C2D41BA94}"/>
              </a:ext>
            </a:extLst>
          </p:cNvPr>
          <p:cNvSpPr txBox="1"/>
          <p:nvPr/>
        </p:nvSpPr>
        <p:spPr>
          <a:xfrm>
            <a:off x="2317164" y="44991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9805A622-82A0-4E2F-9E5B-6FA12316CBE5}"/>
              </a:ext>
            </a:extLst>
          </p:cNvPr>
          <p:cNvSpPr/>
          <p:nvPr/>
        </p:nvSpPr>
        <p:spPr>
          <a:xfrm>
            <a:off x="6793000" y="4044894"/>
            <a:ext cx="242042" cy="24725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highlight>
                <a:srgbClr val="C0C0C0"/>
              </a:highlight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D73B1568-9396-4049-BAA0-45B3E83B1A3A}"/>
              </a:ext>
            </a:extLst>
          </p:cNvPr>
          <p:cNvSpPr/>
          <p:nvPr/>
        </p:nvSpPr>
        <p:spPr>
          <a:xfrm>
            <a:off x="4386043" y="4044894"/>
            <a:ext cx="242042" cy="24725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highlight>
                <a:srgbClr val="C0C0C0"/>
              </a:highlight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69F1240-A642-41DB-B517-5687D9CF5E1D}"/>
              </a:ext>
            </a:extLst>
          </p:cNvPr>
          <p:cNvSpPr/>
          <p:nvPr/>
        </p:nvSpPr>
        <p:spPr>
          <a:xfrm>
            <a:off x="1939315" y="4044894"/>
            <a:ext cx="242042" cy="24725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highlight>
                <a:srgbClr val="C0C0C0"/>
              </a:highlight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16A8D6F-ABF9-408B-9EDB-EAAF0F121621}"/>
              </a:ext>
            </a:extLst>
          </p:cNvPr>
          <p:cNvSpPr txBox="1"/>
          <p:nvPr/>
        </p:nvSpPr>
        <p:spPr>
          <a:xfrm>
            <a:off x="276837" y="184341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T=2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C606316-9B00-4ADF-8C4A-A2189E2F2847}"/>
              </a:ext>
            </a:extLst>
          </p:cNvPr>
          <p:cNvCxnSpPr>
            <a:cxnSpLocks/>
          </p:cNvCxnSpPr>
          <p:nvPr/>
        </p:nvCxnSpPr>
        <p:spPr>
          <a:xfrm>
            <a:off x="9529894" y="5377344"/>
            <a:ext cx="0" cy="536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7D30318-A596-4CE7-B2B6-40362F570529}"/>
              </a:ext>
            </a:extLst>
          </p:cNvPr>
          <p:cNvCxnSpPr/>
          <p:nvPr/>
        </p:nvCxnSpPr>
        <p:spPr>
          <a:xfrm>
            <a:off x="10117123" y="5377344"/>
            <a:ext cx="0" cy="536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8157AAD4-E6CD-478C-ADF8-3E8F617E173D}"/>
              </a:ext>
            </a:extLst>
          </p:cNvPr>
          <p:cNvSpPr txBox="1"/>
          <p:nvPr/>
        </p:nvSpPr>
        <p:spPr>
          <a:xfrm>
            <a:off x="9253836" y="5914239"/>
            <a:ext cx="654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P=0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A4B6E54-EFF7-4671-9731-F901A0188467}"/>
              </a:ext>
            </a:extLst>
          </p:cNvPr>
          <p:cNvSpPr txBox="1"/>
          <p:nvPr/>
        </p:nvSpPr>
        <p:spPr>
          <a:xfrm>
            <a:off x="9943591" y="5914239"/>
            <a:ext cx="654161" cy="380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G=1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FA136D2-0FBA-46DF-986C-CD268E491CD8}"/>
              </a:ext>
            </a:extLst>
          </p:cNvPr>
          <p:cNvCxnSpPr>
            <a:cxnSpLocks/>
          </p:cNvCxnSpPr>
          <p:nvPr/>
        </p:nvCxnSpPr>
        <p:spPr>
          <a:xfrm>
            <a:off x="7040701" y="5366104"/>
            <a:ext cx="0" cy="536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67FEEEC-15CF-4102-9424-F4AD3BAA0E49}"/>
              </a:ext>
            </a:extLst>
          </p:cNvPr>
          <p:cNvCxnSpPr/>
          <p:nvPr/>
        </p:nvCxnSpPr>
        <p:spPr>
          <a:xfrm>
            <a:off x="7627930" y="5366104"/>
            <a:ext cx="0" cy="536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079512DC-FBBE-469D-BB7A-DC23115508AF}"/>
              </a:ext>
            </a:extLst>
          </p:cNvPr>
          <p:cNvSpPr txBox="1"/>
          <p:nvPr/>
        </p:nvSpPr>
        <p:spPr>
          <a:xfrm>
            <a:off x="6764643" y="5902999"/>
            <a:ext cx="654171" cy="380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P=1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22D766D-1BB8-4CA3-A6A0-7D528CD00984}"/>
              </a:ext>
            </a:extLst>
          </p:cNvPr>
          <p:cNvSpPr txBox="1"/>
          <p:nvPr/>
        </p:nvSpPr>
        <p:spPr>
          <a:xfrm>
            <a:off x="7454398" y="5902999"/>
            <a:ext cx="729027" cy="380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G=0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461A412-9542-414B-943C-5989324D499B}"/>
              </a:ext>
            </a:extLst>
          </p:cNvPr>
          <p:cNvCxnSpPr>
            <a:cxnSpLocks/>
          </p:cNvCxnSpPr>
          <p:nvPr/>
        </p:nvCxnSpPr>
        <p:spPr>
          <a:xfrm>
            <a:off x="4590781" y="5389982"/>
            <a:ext cx="0" cy="536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959CC4E-B82D-4B81-BBF1-B9538C93F778}"/>
              </a:ext>
            </a:extLst>
          </p:cNvPr>
          <p:cNvCxnSpPr/>
          <p:nvPr/>
        </p:nvCxnSpPr>
        <p:spPr>
          <a:xfrm>
            <a:off x="5178010" y="5389982"/>
            <a:ext cx="0" cy="536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37C06F56-7073-41C8-A83F-CAAE2CA7727F}"/>
              </a:ext>
            </a:extLst>
          </p:cNvPr>
          <p:cNvSpPr txBox="1"/>
          <p:nvPr/>
        </p:nvSpPr>
        <p:spPr>
          <a:xfrm>
            <a:off x="4314724" y="5926877"/>
            <a:ext cx="654170" cy="380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P=1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64DE258-CCE1-428D-9474-814FB93ABA14}"/>
              </a:ext>
            </a:extLst>
          </p:cNvPr>
          <p:cNvSpPr txBox="1"/>
          <p:nvPr/>
        </p:nvSpPr>
        <p:spPr>
          <a:xfrm>
            <a:off x="5004478" y="5926877"/>
            <a:ext cx="689753" cy="380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G=0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368CE00-2377-4DCD-A8B0-57A45D46BE89}"/>
              </a:ext>
            </a:extLst>
          </p:cNvPr>
          <p:cNvCxnSpPr>
            <a:cxnSpLocks/>
          </p:cNvCxnSpPr>
          <p:nvPr/>
        </p:nvCxnSpPr>
        <p:spPr>
          <a:xfrm>
            <a:off x="2208009" y="5363308"/>
            <a:ext cx="0" cy="536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EB0C840-1F10-47C3-AB23-FD57CAB57B4E}"/>
              </a:ext>
            </a:extLst>
          </p:cNvPr>
          <p:cNvCxnSpPr/>
          <p:nvPr/>
        </p:nvCxnSpPr>
        <p:spPr>
          <a:xfrm>
            <a:off x="2795238" y="5363308"/>
            <a:ext cx="0" cy="536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BB42B205-EEFC-46DA-9090-20F5D5659921}"/>
              </a:ext>
            </a:extLst>
          </p:cNvPr>
          <p:cNvSpPr txBox="1"/>
          <p:nvPr/>
        </p:nvSpPr>
        <p:spPr>
          <a:xfrm>
            <a:off x="1931951" y="5900203"/>
            <a:ext cx="622605" cy="380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P=0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6511C66-E002-4D39-9DE1-D54FA4889537}"/>
              </a:ext>
            </a:extLst>
          </p:cNvPr>
          <p:cNvSpPr txBox="1"/>
          <p:nvPr/>
        </p:nvSpPr>
        <p:spPr>
          <a:xfrm>
            <a:off x="2621706" y="5900203"/>
            <a:ext cx="654167" cy="380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G=0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8B2C209-F065-40B0-84DC-6054C844BCF5}"/>
              </a:ext>
            </a:extLst>
          </p:cNvPr>
          <p:cNvSpPr txBox="1"/>
          <p:nvPr/>
        </p:nvSpPr>
        <p:spPr>
          <a:xfrm>
            <a:off x="1867949" y="5939515"/>
            <a:ext cx="8558169" cy="369332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dist"/>
            <a:endParaRPr lang="en-US" dirty="0"/>
          </a:p>
        </p:txBody>
      </p: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185C52CC-33FD-462E-9B9B-6C3F59D6606F}"/>
              </a:ext>
            </a:extLst>
          </p:cNvPr>
          <p:cNvCxnSpPr>
            <a:cxnSpLocks/>
            <a:endCxn id="67" idx="3"/>
          </p:cNvCxnSpPr>
          <p:nvPr/>
        </p:nvCxnSpPr>
        <p:spPr>
          <a:xfrm rot="10800000" flipV="1">
            <a:off x="10426118" y="4693641"/>
            <a:ext cx="1269534" cy="14305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40E1A1E4-9224-4C4F-9562-14488D61B05A}"/>
              </a:ext>
            </a:extLst>
          </p:cNvPr>
          <p:cNvCxnSpPr>
            <a:cxnSpLocks/>
          </p:cNvCxnSpPr>
          <p:nvPr/>
        </p:nvCxnSpPr>
        <p:spPr>
          <a:xfrm rot="16200000" flipV="1">
            <a:off x="7818486" y="4840503"/>
            <a:ext cx="1275236" cy="92278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AC07647E-B137-4D34-8535-6AABF5D3E099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14447" y="4818726"/>
            <a:ext cx="1276744" cy="96785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500F0847-D55B-437C-BA77-5AC9B625DD5B}"/>
              </a:ext>
            </a:extLst>
          </p:cNvPr>
          <p:cNvCxnSpPr>
            <a:cxnSpLocks/>
          </p:cNvCxnSpPr>
          <p:nvPr/>
        </p:nvCxnSpPr>
        <p:spPr>
          <a:xfrm rot="16200000" flipV="1">
            <a:off x="2979260" y="4848275"/>
            <a:ext cx="1275236" cy="92278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D9A9E4F9-01C5-4A0E-9B1D-DC6ED6FFAEC4}"/>
              </a:ext>
            </a:extLst>
          </p:cNvPr>
          <p:cNvCxnSpPr>
            <a:cxnSpLocks/>
            <a:stCxn id="67" idx="1"/>
          </p:cNvCxnSpPr>
          <p:nvPr/>
        </p:nvCxnSpPr>
        <p:spPr>
          <a:xfrm rot="10800000">
            <a:off x="1375637" y="4464235"/>
            <a:ext cx="492313" cy="165994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18775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6A8FF21-B76D-4756-8BD2-8E9A8B53480A}"/>
              </a:ext>
            </a:extLst>
          </p:cNvPr>
          <p:cNvSpPr/>
          <p:nvPr/>
        </p:nvSpPr>
        <p:spPr>
          <a:xfrm>
            <a:off x="1862356" y="1107347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3693F9-5590-42FC-974E-A519058BEC3C}"/>
              </a:ext>
            </a:extLst>
          </p:cNvPr>
          <p:cNvSpPr/>
          <p:nvPr/>
        </p:nvSpPr>
        <p:spPr>
          <a:xfrm>
            <a:off x="4293766" y="1107347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84B682-188C-4C78-AB1F-39A2F724D087}"/>
              </a:ext>
            </a:extLst>
          </p:cNvPr>
          <p:cNvSpPr/>
          <p:nvPr/>
        </p:nvSpPr>
        <p:spPr>
          <a:xfrm>
            <a:off x="6719582" y="1107347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59FEEB-783E-47ED-9D3F-35B8254FD134}"/>
              </a:ext>
            </a:extLst>
          </p:cNvPr>
          <p:cNvSpPr/>
          <p:nvPr/>
        </p:nvSpPr>
        <p:spPr>
          <a:xfrm>
            <a:off x="9145398" y="1107347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63659DC-E9BE-430E-9518-B0E9FCEAAD46}"/>
              </a:ext>
            </a:extLst>
          </p:cNvPr>
          <p:cNvCxnSpPr>
            <a:stCxn id="5" idx="1"/>
            <a:endCxn id="4" idx="3"/>
          </p:cNvCxnSpPr>
          <p:nvPr/>
        </p:nvCxnSpPr>
        <p:spPr>
          <a:xfrm flipH="1">
            <a:off x="3137483" y="1820411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29FF720-99F9-4717-BFCF-73072A110F26}"/>
              </a:ext>
            </a:extLst>
          </p:cNvPr>
          <p:cNvCxnSpPr/>
          <p:nvPr/>
        </p:nvCxnSpPr>
        <p:spPr>
          <a:xfrm flipH="1">
            <a:off x="5568893" y="1820411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A6811BE-ECB2-48A8-B841-A5A94D5208C9}"/>
              </a:ext>
            </a:extLst>
          </p:cNvPr>
          <p:cNvCxnSpPr/>
          <p:nvPr/>
        </p:nvCxnSpPr>
        <p:spPr>
          <a:xfrm flipH="1">
            <a:off x="7989115" y="1823207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6D98222-6350-441B-BBE4-904A43C13A77}"/>
              </a:ext>
            </a:extLst>
          </p:cNvPr>
          <p:cNvCxnSpPr/>
          <p:nvPr/>
        </p:nvCxnSpPr>
        <p:spPr>
          <a:xfrm flipH="1">
            <a:off x="10420525" y="1849772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CE4E0E5-0EBB-41A8-AEB3-087C86AC05B9}"/>
              </a:ext>
            </a:extLst>
          </p:cNvPr>
          <p:cNvCxnSpPr/>
          <p:nvPr/>
        </p:nvCxnSpPr>
        <p:spPr>
          <a:xfrm flipH="1">
            <a:off x="706073" y="1805031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6C348455-D059-4A1A-A20E-D5E473A04AB0}"/>
              </a:ext>
            </a:extLst>
          </p:cNvPr>
          <p:cNvSpPr/>
          <p:nvPr/>
        </p:nvSpPr>
        <p:spPr>
          <a:xfrm>
            <a:off x="1862356" y="3951216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5412B5-21DA-47B0-99D7-57392BA276C3}"/>
              </a:ext>
            </a:extLst>
          </p:cNvPr>
          <p:cNvSpPr/>
          <p:nvPr/>
        </p:nvSpPr>
        <p:spPr>
          <a:xfrm>
            <a:off x="4293766" y="3951216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DD54B9-B2CA-4D88-B106-361C9949D10D}"/>
              </a:ext>
            </a:extLst>
          </p:cNvPr>
          <p:cNvSpPr/>
          <p:nvPr/>
        </p:nvSpPr>
        <p:spPr>
          <a:xfrm>
            <a:off x="6719582" y="3951216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255265-ECB3-446C-A65D-C448ED47B23F}"/>
              </a:ext>
            </a:extLst>
          </p:cNvPr>
          <p:cNvSpPr/>
          <p:nvPr/>
        </p:nvSpPr>
        <p:spPr>
          <a:xfrm>
            <a:off x="9145398" y="3951216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544824-AFF0-4E49-972D-C342B06A5595}"/>
              </a:ext>
            </a:extLst>
          </p:cNvPr>
          <p:cNvSpPr txBox="1"/>
          <p:nvPr/>
        </p:nvSpPr>
        <p:spPr>
          <a:xfrm>
            <a:off x="1996581" y="1258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E726FA-1804-496D-BF33-E03373FDE335}"/>
              </a:ext>
            </a:extLst>
          </p:cNvPr>
          <p:cNvSpPr txBox="1"/>
          <p:nvPr/>
        </p:nvSpPr>
        <p:spPr>
          <a:xfrm>
            <a:off x="2610376" y="67950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41F30D-2E8C-45FB-94F9-E66A1D420E5A}"/>
              </a:ext>
            </a:extLst>
          </p:cNvPr>
          <p:cNvSpPr txBox="1"/>
          <p:nvPr/>
        </p:nvSpPr>
        <p:spPr>
          <a:xfrm>
            <a:off x="4447564" y="1258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796BFC-6358-4C31-8C0C-2F8FDBF706BA}"/>
              </a:ext>
            </a:extLst>
          </p:cNvPr>
          <p:cNvSpPr txBox="1"/>
          <p:nvPr/>
        </p:nvSpPr>
        <p:spPr>
          <a:xfrm>
            <a:off x="5061359" y="67950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08411B-EB9E-4AC7-AA37-D345DFB4D239}"/>
              </a:ext>
            </a:extLst>
          </p:cNvPr>
          <p:cNvSpPr txBox="1"/>
          <p:nvPr/>
        </p:nvSpPr>
        <p:spPr>
          <a:xfrm>
            <a:off x="6953552" y="1843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FAF046E-DB90-41B1-A560-7695B87923D1}"/>
              </a:ext>
            </a:extLst>
          </p:cNvPr>
          <p:cNvSpPr txBox="1"/>
          <p:nvPr/>
        </p:nvSpPr>
        <p:spPr>
          <a:xfrm>
            <a:off x="7567347" y="7380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0912A8-F19C-4BE1-AA95-3A70A421F94F}"/>
              </a:ext>
            </a:extLst>
          </p:cNvPr>
          <p:cNvSpPr txBox="1"/>
          <p:nvPr/>
        </p:nvSpPr>
        <p:spPr>
          <a:xfrm>
            <a:off x="9308697" y="1258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1182BE-DB5E-4945-AA62-50F1D34B2161}"/>
              </a:ext>
            </a:extLst>
          </p:cNvPr>
          <p:cNvSpPr txBox="1"/>
          <p:nvPr/>
        </p:nvSpPr>
        <p:spPr>
          <a:xfrm>
            <a:off x="9922492" y="67950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559947-3F80-4561-B192-F06C4C91761F}"/>
              </a:ext>
            </a:extLst>
          </p:cNvPr>
          <p:cNvSpPr txBox="1"/>
          <p:nvPr/>
        </p:nvSpPr>
        <p:spPr>
          <a:xfrm>
            <a:off x="11597779" y="163574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B7A6C5E-2D29-4791-B25A-2BA3D5BAC8D2}"/>
              </a:ext>
            </a:extLst>
          </p:cNvPr>
          <p:cNvSpPr txBox="1"/>
          <p:nvPr/>
        </p:nvSpPr>
        <p:spPr>
          <a:xfrm>
            <a:off x="11695652" y="450897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308329-AAFD-44B5-A42A-2BDDB7422BF0}"/>
              </a:ext>
            </a:extLst>
          </p:cNvPr>
          <p:cNvSpPr txBox="1"/>
          <p:nvPr/>
        </p:nvSpPr>
        <p:spPr>
          <a:xfrm>
            <a:off x="9641906" y="16203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58D2E3C-FE8F-44CB-83C9-E47E0C34AAA0}"/>
              </a:ext>
            </a:extLst>
          </p:cNvPr>
          <p:cNvSpPr txBox="1"/>
          <p:nvPr/>
        </p:nvSpPr>
        <p:spPr>
          <a:xfrm>
            <a:off x="8405928" y="145107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85F1CD-E10C-4C4B-A3B1-F2EF33957A88}"/>
              </a:ext>
            </a:extLst>
          </p:cNvPr>
          <p:cNvSpPr txBox="1"/>
          <p:nvPr/>
        </p:nvSpPr>
        <p:spPr>
          <a:xfrm>
            <a:off x="1073950" y="42795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19DA2E6-A254-4C19-8CB3-A400A74C5B39}"/>
              </a:ext>
            </a:extLst>
          </p:cNvPr>
          <p:cNvSpPr/>
          <p:nvPr/>
        </p:nvSpPr>
        <p:spPr>
          <a:xfrm>
            <a:off x="9217498" y="1203822"/>
            <a:ext cx="242042" cy="24725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highlight>
                <a:srgbClr val="C0C0C0"/>
              </a:highlight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C8D189-FBCF-4F68-9F27-0F0E6272F30E}"/>
              </a:ext>
            </a:extLst>
          </p:cNvPr>
          <p:cNvSpPr txBox="1"/>
          <p:nvPr/>
        </p:nvSpPr>
        <p:spPr>
          <a:xfrm>
            <a:off x="8405928" y="42822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CFEDD85-5801-4F92-BC94-651C20D29322}"/>
              </a:ext>
            </a:extLst>
          </p:cNvPr>
          <p:cNvSpPr txBox="1"/>
          <p:nvPr/>
        </p:nvSpPr>
        <p:spPr>
          <a:xfrm>
            <a:off x="9606331" y="44991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B105A9F-FC38-466F-809C-D8D00D6BD73D}"/>
              </a:ext>
            </a:extLst>
          </p:cNvPr>
          <p:cNvSpPr/>
          <p:nvPr/>
        </p:nvSpPr>
        <p:spPr>
          <a:xfrm>
            <a:off x="9224156" y="4044894"/>
            <a:ext cx="242042" cy="24725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highlight>
                <a:srgbClr val="C0C0C0"/>
              </a:highlight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02BC394-EE23-4096-B011-3765A39F7231}"/>
              </a:ext>
            </a:extLst>
          </p:cNvPr>
          <p:cNvSpPr txBox="1"/>
          <p:nvPr/>
        </p:nvSpPr>
        <p:spPr>
          <a:xfrm>
            <a:off x="7202109" y="16020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26ED3A4-8CAA-492A-8DC9-991F4CDDE45E}"/>
              </a:ext>
            </a:extLst>
          </p:cNvPr>
          <p:cNvSpPr txBox="1"/>
          <p:nvPr/>
        </p:nvSpPr>
        <p:spPr>
          <a:xfrm>
            <a:off x="5993394" y="14076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0AC8EE2-545A-4F61-AB95-EBA0486E18FA}"/>
              </a:ext>
            </a:extLst>
          </p:cNvPr>
          <p:cNvSpPr/>
          <p:nvPr/>
        </p:nvSpPr>
        <p:spPr>
          <a:xfrm>
            <a:off x="6793000" y="1195217"/>
            <a:ext cx="242042" cy="24725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highlight>
                <a:srgbClr val="C0C0C0"/>
              </a:highlight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664A5BC-920D-4B5B-AE19-382BB71C3933}"/>
              </a:ext>
            </a:extLst>
          </p:cNvPr>
          <p:cNvSpPr txBox="1"/>
          <p:nvPr/>
        </p:nvSpPr>
        <p:spPr>
          <a:xfrm>
            <a:off x="7184409" y="4455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F2850A0-2848-4146-8F36-5F76741C24CB}"/>
              </a:ext>
            </a:extLst>
          </p:cNvPr>
          <p:cNvSpPr txBox="1"/>
          <p:nvPr/>
        </p:nvSpPr>
        <p:spPr>
          <a:xfrm>
            <a:off x="4784042" y="4455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782B8E1-4467-4574-ABAB-F08C2D41BA94}"/>
              </a:ext>
            </a:extLst>
          </p:cNvPr>
          <p:cNvSpPr txBox="1"/>
          <p:nvPr/>
        </p:nvSpPr>
        <p:spPr>
          <a:xfrm>
            <a:off x="2317164" y="44991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9805A622-82A0-4E2F-9E5B-6FA12316CBE5}"/>
              </a:ext>
            </a:extLst>
          </p:cNvPr>
          <p:cNvSpPr/>
          <p:nvPr/>
        </p:nvSpPr>
        <p:spPr>
          <a:xfrm>
            <a:off x="6793000" y="4044894"/>
            <a:ext cx="242042" cy="24725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highlight>
                <a:srgbClr val="C0C0C0"/>
              </a:highlight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D73B1568-9396-4049-BAA0-45B3E83B1A3A}"/>
              </a:ext>
            </a:extLst>
          </p:cNvPr>
          <p:cNvSpPr/>
          <p:nvPr/>
        </p:nvSpPr>
        <p:spPr>
          <a:xfrm>
            <a:off x="4386043" y="4044894"/>
            <a:ext cx="242042" cy="24725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highlight>
                <a:srgbClr val="C0C0C0"/>
              </a:highlight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69F1240-A642-41DB-B517-5687D9CF5E1D}"/>
              </a:ext>
            </a:extLst>
          </p:cNvPr>
          <p:cNvSpPr/>
          <p:nvPr/>
        </p:nvSpPr>
        <p:spPr>
          <a:xfrm>
            <a:off x="1939315" y="4044894"/>
            <a:ext cx="242042" cy="24725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highlight>
                <a:srgbClr val="C0C0C0"/>
              </a:highlight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72B360B-AC0D-433C-94A8-21344121517A}"/>
              </a:ext>
            </a:extLst>
          </p:cNvPr>
          <p:cNvSpPr txBox="1"/>
          <p:nvPr/>
        </p:nvSpPr>
        <p:spPr>
          <a:xfrm>
            <a:off x="3548702" y="14273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889302E-221E-43C5-A6B1-5580AD8187CF}"/>
              </a:ext>
            </a:extLst>
          </p:cNvPr>
          <p:cNvSpPr txBox="1"/>
          <p:nvPr/>
        </p:nvSpPr>
        <p:spPr>
          <a:xfrm>
            <a:off x="4787049" y="16119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2F09A44-F33E-41B3-8B74-C4D9CD79CEE7}"/>
              </a:ext>
            </a:extLst>
          </p:cNvPr>
          <p:cNvSpPr/>
          <p:nvPr/>
        </p:nvSpPr>
        <p:spPr>
          <a:xfrm>
            <a:off x="4386043" y="1203822"/>
            <a:ext cx="242042" cy="24725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highlight>
                <a:srgbClr val="C0C0C0"/>
              </a:highlight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6610563-21C0-4618-A402-BAC39F51BD15}"/>
              </a:ext>
            </a:extLst>
          </p:cNvPr>
          <p:cNvSpPr txBox="1"/>
          <p:nvPr/>
        </p:nvSpPr>
        <p:spPr>
          <a:xfrm>
            <a:off x="276837" y="184341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T=3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2A6403E-6BD6-4EC5-9FAD-D32BD8C3C838}"/>
              </a:ext>
            </a:extLst>
          </p:cNvPr>
          <p:cNvCxnSpPr>
            <a:cxnSpLocks/>
          </p:cNvCxnSpPr>
          <p:nvPr/>
        </p:nvCxnSpPr>
        <p:spPr>
          <a:xfrm>
            <a:off x="9529894" y="5377344"/>
            <a:ext cx="0" cy="536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48CCCD9-2B61-4810-BDCE-CB9736DD49DD}"/>
              </a:ext>
            </a:extLst>
          </p:cNvPr>
          <p:cNvCxnSpPr/>
          <p:nvPr/>
        </p:nvCxnSpPr>
        <p:spPr>
          <a:xfrm>
            <a:off x="10117123" y="5377344"/>
            <a:ext cx="0" cy="536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3F01B7C5-D4CC-422A-961C-4172D01A2B5A}"/>
              </a:ext>
            </a:extLst>
          </p:cNvPr>
          <p:cNvSpPr txBox="1"/>
          <p:nvPr/>
        </p:nvSpPr>
        <p:spPr>
          <a:xfrm>
            <a:off x="9253836" y="5914239"/>
            <a:ext cx="654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P=0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8C20AEB-8009-4F5D-86FA-2145455A46D5}"/>
              </a:ext>
            </a:extLst>
          </p:cNvPr>
          <p:cNvSpPr txBox="1"/>
          <p:nvPr/>
        </p:nvSpPr>
        <p:spPr>
          <a:xfrm>
            <a:off x="9943591" y="5914239"/>
            <a:ext cx="654161" cy="380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G=1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4174969A-798B-4E74-BF2B-08582C35183A}"/>
              </a:ext>
            </a:extLst>
          </p:cNvPr>
          <p:cNvCxnSpPr>
            <a:cxnSpLocks/>
          </p:cNvCxnSpPr>
          <p:nvPr/>
        </p:nvCxnSpPr>
        <p:spPr>
          <a:xfrm>
            <a:off x="7040701" y="5366104"/>
            <a:ext cx="0" cy="536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E410D33-27E1-474C-86C8-4D005B6F7504}"/>
              </a:ext>
            </a:extLst>
          </p:cNvPr>
          <p:cNvCxnSpPr/>
          <p:nvPr/>
        </p:nvCxnSpPr>
        <p:spPr>
          <a:xfrm>
            <a:off x="7627930" y="5366104"/>
            <a:ext cx="0" cy="536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95AF7A2C-8DF2-454D-87AF-8B68BDD01E3C}"/>
              </a:ext>
            </a:extLst>
          </p:cNvPr>
          <p:cNvSpPr txBox="1"/>
          <p:nvPr/>
        </p:nvSpPr>
        <p:spPr>
          <a:xfrm>
            <a:off x="6764643" y="5902999"/>
            <a:ext cx="654171" cy="380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P=1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9E70075-BD87-4A96-BBE6-1173D4608E64}"/>
              </a:ext>
            </a:extLst>
          </p:cNvPr>
          <p:cNvSpPr txBox="1"/>
          <p:nvPr/>
        </p:nvSpPr>
        <p:spPr>
          <a:xfrm>
            <a:off x="7454398" y="5902999"/>
            <a:ext cx="729027" cy="380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G=0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C0942B9D-F1F4-4176-9D60-D44C3B8DE2B7}"/>
              </a:ext>
            </a:extLst>
          </p:cNvPr>
          <p:cNvCxnSpPr>
            <a:cxnSpLocks/>
          </p:cNvCxnSpPr>
          <p:nvPr/>
        </p:nvCxnSpPr>
        <p:spPr>
          <a:xfrm>
            <a:off x="4590781" y="5389982"/>
            <a:ext cx="0" cy="536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FD20FE7-84F1-4CE8-8F06-85B08B2701CB}"/>
              </a:ext>
            </a:extLst>
          </p:cNvPr>
          <p:cNvCxnSpPr/>
          <p:nvPr/>
        </p:nvCxnSpPr>
        <p:spPr>
          <a:xfrm>
            <a:off x="5178010" y="5389982"/>
            <a:ext cx="0" cy="536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CCBA5A4C-05E9-4C91-92D1-31EDFDADC06F}"/>
              </a:ext>
            </a:extLst>
          </p:cNvPr>
          <p:cNvSpPr txBox="1"/>
          <p:nvPr/>
        </p:nvSpPr>
        <p:spPr>
          <a:xfrm>
            <a:off x="4314724" y="5926877"/>
            <a:ext cx="654170" cy="380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P=1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519A396-21C1-45DC-B57A-AFFCB656D824}"/>
              </a:ext>
            </a:extLst>
          </p:cNvPr>
          <p:cNvSpPr txBox="1"/>
          <p:nvPr/>
        </p:nvSpPr>
        <p:spPr>
          <a:xfrm>
            <a:off x="5004478" y="5926877"/>
            <a:ext cx="689753" cy="380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G=0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073BDA17-B002-4489-A847-1959A71C6E5A}"/>
              </a:ext>
            </a:extLst>
          </p:cNvPr>
          <p:cNvCxnSpPr>
            <a:cxnSpLocks/>
          </p:cNvCxnSpPr>
          <p:nvPr/>
        </p:nvCxnSpPr>
        <p:spPr>
          <a:xfrm>
            <a:off x="2208009" y="5363308"/>
            <a:ext cx="0" cy="536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6796427-1FCB-4B06-9E6E-10FBDEA91BBC}"/>
              </a:ext>
            </a:extLst>
          </p:cNvPr>
          <p:cNvCxnSpPr/>
          <p:nvPr/>
        </p:nvCxnSpPr>
        <p:spPr>
          <a:xfrm>
            <a:off x="2795238" y="5363308"/>
            <a:ext cx="0" cy="536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8A756ABD-5276-4BA4-B403-05E975E4715A}"/>
              </a:ext>
            </a:extLst>
          </p:cNvPr>
          <p:cNvSpPr txBox="1"/>
          <p:nvPr/>
        </p:nvSpPr>
        <p:spPr>
          <a:xfrm>
            <a:off x="1931951" y="5900203"/>
            <a:ext cx="622605" cy="380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P=0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36D0621-EF8D-4895-9ED7-E5BF1772F999}"/>
              </a:ext>
            </a:extLst>
          </p:cNvPr>
          <p:cNvSpPr txBox="1"/>
          <p:nvPr/>
        </p:nvSpPr>
        <p:spPr>
          <a:xfrm>
            <a:off x="2621706" y="5900203"/>
            <a:ext cx="654167" cy="380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G=0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76C47BC-508B-4999-B95E-6DF5C57F34B4}"/>
              </a:ext>
            </a:extLst>
          </p:cNvPr>
          <p:cNvSpPr txBox="1"/>
          <p:nvPr/>
        </p:nvSpPr>
        <p:spPr>
          <a:xfrm>
            <a:off x="1867949" y="5939515"/>
            <a:ext cx="8558169" cy="369332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dist"/>
            <a:endParaRPr lang="en-US" dirty="0"/>
          </a:p>
        </p:txBody>
      </p: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10E0E26E-6958-40A3-A2D6-C245BC050E39}"/>
              </a:ext>
            </a:extLst>
          </p:cNvPr>
          <p:cNvCxnSpPr>
            <a:cxnSpLocks/>
            <a:endCxn id="72" idx="3"/>
          </p:cNvCxnSpPr>
          <p:nvPr/>
        </p:nvCxnSpPr>
        <p:spPr>
          <a:xfrm rot="10800000" flipV="1">
            <a:off x="10426118" y="4693641"/>
            <a:ext cx="1269534" cy="14305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CB69F267-003C-43AC-B324-50904E72F793}"/>
              </a:ext>
            </a:extLst>
          </p:cNvPr>
          <p:cNvCxnSpPr>
            <a:cxnSpLocks/>
          </p:cNvCxnSpPr>
          <p:nvPr/>
        </p:nvCxnSpPr>
        <p:spPr>
          <a:xfrm rot="16200000" flipV="1">
            <a:off x="7818486" y="4840503"/>
            <a:ext cx="1275236" cy="92278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04A8698D-45FA-4350-A5BD-7BB48F4A5BD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14447" y="4818726"/>
            <a:ext cx="1276744" cy="96785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1BAF6908-3275-4147-9493-2A63E1EED070}"/>
              </a:ext>
            </a:extLst>
          </p:cNvPr>
          <p:cNvCxnSpPr>
            <a:cxnSpLocks/>
          </p:cNvCxnSpPr>
          <p:nvPr/>
        </p:nvCxnSpPr>
        <p:spPr>
          <a:xfrm rot="16200000" flipV="1">
            <a:off x="2979260" y="4848275"/>
            <a:ext cx="1275236" cy="92278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0ABF812F-446D-43AA-BAA0-7CBC77786C53}"/>
              </a:ext>
            </a:extLst>
          </p:cNvPr>
          <p:cNvCxnSpPr>
            <a:cxnSpLocks/>
            <a:stCxn id="72" idx="1"/>
          </p:cNvCxnSpPr>
          <p:nvPr/>
        </p:nvCxnSpPr>
        <p:spPr>
          <a:xfrm rot="10800000">
            <a:off x="1375637" y="4464235"/>
            <a:ext cx="492313" cy="165994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4E5E2114-84B7-4B23-8AE3-97F471903E03}"/>
              </a:ext>
            </a:extLst>
          </p:cNvPr>
          <p:cNvSpPr txBox="1"/>
          <p:nvPr/>
        </p:nvSpPr>
        <p:spPr>
          <a:xfrm>
            <a:off x="3133325" y="4279568"/>
            <a:ext cx="11370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Propagate</a:t>
            </a:r>
          </a:p>
          <a:p>
            <a:pPr algn="ctr"/>
            <a:r>
              <a:rPr lang="en-US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60EDEEC-5391-4C25-8E52-8291D079FA5F}"/>
              </a:ext>
            </a:extLst>
          </p:cNvPr>
          <p:cNvSpPr txBox="1"/>
          <p:nvPr/>
        </p:nvSpPr>
        <p:spPr>
          <a:xfrm>
            <a:off x="5544346" y="4263542"/>
            <a:ext cx="11370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Propagate</a:t>
            </a:r>
          </a:p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279180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6A8FF21-B76D-4756-8BD2-8E9A8B53480A}"/>
              </a:ext>
            </a:extLst>
          </p:cNvPr>
          <p:cNvSpPr/>
          <p:nvPr/>
        </p:nvSpPr>
        <p:spPr>
          <a:xfrm>
            <a:off x="1862356" y="1107347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3693F9-5590-42FC-974E-A519058BEC3C}"/>
              </a:ext>
            </a:extLst>
          </p:cNvPr>
          <p:cNvSpPr/>
          <p:nvPr/>
        </p:nvSpPr>
        <p:spPr>
          <a:xfrm>
            <a:off x="4293766" y="1107347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84B682-188C-4C78-AB1F-39A2F724D087}"/>
              </a:ext>
            </a:extLst>
          </p:cNvPr>
          <p:cNvSpPr/>
          <p:nvPr/>
        </p:nvSpPr>
        <p:spPr>
          <a:xfrm>
            <a:off x="6719582" y="1107347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59FEEB-783E-47ED-9D3F-35B8254FD134}"/>
              </a:ext>
            </a:extLst>
          </p:cNvPr>
          <p:cNvSpPr/>
          <p:nvPr/>
        </p:nvSpPr>
        <p:spPr>
          <a:xfrm>
            <a:off x="9145398" y="1107347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63659DC-E9BE-430E-9518-B0E9FCEAAD46}"/>
              </a:ext>
            </a:extLst>
          </p:cNvPr>
          <p:cNvCxnSpPr>
            <a:stCxn id="5" idx="1"/>
            <a:endCxn id="4" idx="3"/>
          </p:cNvCxnSpPr>
          <p:nvPr/>
        </p:nvCxnSpPr>
        <p:spPr>
          <a:xfrm flipH="1">
            <a:off x="3137483" y="1820411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29FF720-99F9-4717-BFCF-73072A110F26}"/>
              </a:ext>
            </a:extLst>
          </p:cNvPr>
          <p:cNvCxnSpPr/>
          <p:nvPr/>
        </p:nvCxnSpPr>
        <p:spPr>
          <a:xfrm flipH="1">
            <a:off x="5568893" y="1820411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A6811BE-ECB2-48A8-B841-A5A94D5208C9}"/>
              </a:ext>
            </a:extLst>
          </p:cNvPr>
          <p:cNvCxnSpPr/>
          <p:nvPr/>
        </p:nvCxnSpPr>
        <p:spPr>
          <a:xfrm flipH="1">
            <a:off x="7989115" y="1823207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6D98222-6350-441B-BBE4-904A43C13A77}"/>
              </a:ext>
            </a:extLst>
          </p:cNvPr>
          <p:cNvCxnSpPr/>
          <p:nvPr/>
        </p:nvCxnSpPr>
        <p:spPr>
          <a:xfrm flipH="1">
            <a:off x="10420525" y="1849772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CE4E0E5-0EBB-41A8-AEB3-087C86AC05B9}"/>
              </a:ext>
            </a:extLst>
          </p:cNvPr>
          <p:cNvCxnSpPr/>
          <p:nvPr/>
        </p:nvCxnSpPr>
        <p:spPr>
          <a:xfrm flipH="1">
            <a:off x="706073" y="1805031"/>
            <a:ext cx="1156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6C348455-D059-4A1A-A20E-D5E473A04AB0}"/>
              </a:ext>
            </a:extLst>
          </p:cNvPr>
          <p:cNvSpPr/>
          <p:nvPr/>
        </p:nvSpPr>
        <p:spPr>
          <a:xfrm>
            <a:off x="1862356" y="3951216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5412B5-21DA-47B0-99D7-57392BA276C3}"/>
              </a:ext>
            </a:extLst>
          </p:cNvPr>
          <p:cNvSpPr/>
          <p:nvPr/>
        </p:nvSpPr>
        <p:spPr>
          <a:xfrm>
            <a:off x="4293766" y="3951216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DD54B9-B2CA-4D88-B106-361C9949D10D}"/>
              </a:ext>
            </a:extLst>
          </p:cNvPr>
          <p:cNvSpPr/>
          <p:nvPr/>
        </p:nvSpPr>
        <p:spPr>
          <a:xfrm>
            <a:off x="6719582" y="3951216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255265-ECB3-446C-A65D-C448ED47B23F}"/>
              </a:ext>
            </a:extLst>
          </p:cNvPr>
          <p:cNvSpPr/>
          <p:nvPr/>
        </p:nvSpPr>
        <p:spPr>
          <a:xfrm>
            <a:off x="9145398" y="3951216"/>
            <a:ext cx="1275127" cy="1426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544824-AFF0-4E49-972D-C342B06A5595}"/>
              </a:ext>
            </a:extLst>
          </p:cNvPr>
          <p:cNvSpPr txBox="1"/>
          <p:nvPr/>
        </p:nvSpPr>
        <p:spPr>
          <a:xfrm>
            <a:off x="1996581" y="1258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E726FA-1804-496D-BF33-E03373FDE335}"/>
              </a:ext>
            </a:extLst>
          </p:cNvPr>
          <p:cNvSpPr txBox="1"/>
          <p:nvPr/>
        </p:nvSpPr>
        <p:spPr>
          <a:xfrm>
            <a:off x="2610376" y="67950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41F30D-2E8C-45FB-94F9-E66A1D420E5A}"/>
              </a:ext>
            </a:extLst>
          </p:cNvPr>
          <p:cNvSpPr txBox="1"/>
          <p:nvPr/>
        </p:nvSpPr>
        <p:spPr>
          <a:xfrm>
            <a:off x="4447564" y="1258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796BFC-6358-4C31-8C0C-2F8FDBF706BA}"/>
              </a:ext>
            </a:extLst>
          </p:cNvPr>
          <p:cNvSpPr txBox="1"/>
          <p:nvPr/>
        </p:nvSpPr>
        <p:spPr>
          <a:xfrm>
            <a:off x="5061359" y="67950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08411B-EB9E-4AC7-AA37-D345DFB4D239}"/>
              </a:ext>
            </a:extLst>
          </p:cNvPr>
          <p:cNvSpPr txBox="1"/>
          <p:nvPr/>
        </p:nvSpPr>
        <p:spPr>
          <a:xfrm>
            <a:off x="6953552" y="1843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FAF046E-DB90-41B1-A560-7695B87923D1}"/>
              </a:ext>
            </a:extLst>
          </p:cNvPr>
          <p:cNvSpPr txBox="1"/>
          <p:nvPr/>
        </p:nvSpPr>
        <p:spPr>
          <a:xfrm>
            <a:off x="7567347" y="7380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0912A8-F19C-4BE1-AA95-3A70A421F94F}"/>
              </a:ext>
            </a:extLst>
          </p:cNvPr>
          <p:cNvSpPr txBox="1"/>
          <p:nvPr/>
        </p:nvSpPr>
        <p:spPr>
          <a:xfrm>
            <a:off x="9308697" y="1258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1182BE-DB5E-4945-AA62-50F1D34B2161}"/>
              </a:ext>
            </a:extLst>
          </p:cNvPr>
          <p:cNvSpPr txBox="1"/>
          <p:nvPr/>
        </p:nvSpPr>
        <p:spPr>
          <a:xfrm>
            <a:off x="9922492" y="67950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559947-3F80-4561-B192-F06C4C91761F}"/>
              </a:ext>
            </a:extLst>
          </p:cNvPr>
          <p:cNvSpPr txBox="1"/>
          <p:nvPr/>
        </p:nvSpPr>
        <p:spPr>
          <a:xfrm>
            <a:off x="11597779" y="163574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B7A6C5E-2D29-4791-B25A-2BA3D5BAC8D2}"/>
              </a:ext>
            </a:extLst>
          </p:cNvPr>
          <p:cNvSpPr txBox="1"/>
          <p:nvPr/>
        </p:nvSpPr>
        <p:spPr>
          <a:xfrm>
            <a:off x="11695652" y="450897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308329-AAFD-44B5-A42A-2BDDB7422BF0}"/>
              </a:ext>
            </a:extLst>
          </p:cNvPr>
          <p:cNvSpPr txBox="1"/>
          <p:nvPr/>
        </p:nvSpPr>
        <p:spPr>
          <a:xfrm>
            <a:off x="9641906" y="16203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58D2E3C-FE8F-44CB-83C9-E47E0C34AAA0}"/>
              </a:ext>
            </a:extLst>
          </p:cNvPr>
          <p:cNvSpPr txBox="1"/>
          <p:nvPr/>
        </p:nvSpPr>
        <p:spPr>
          <a:xfrm>
            <a:off x="8405928" y="145107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85F1CD-E10C-4C4B-A3B1-F2EF33957A88}"/>
              </a:ext>
            </a:extLst>
          </p:cNvPr>
          <p:cNvSpPr txBox="1"/>
          <p:nvPr/>
        </p:nvSpPr>
        <p:spPr>
          <a:xfrm>
            <a:off x="1073950" y="42795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19DA2E6-A254-4C19-8CB3-A400A74C5B39}"/>
              </a:ext>
            </a:extLst>
          </p:cNvPr>
          <p:cNvSpPr/>
          <p:nvPr/>
        </p:nvSpPr>
        <p:spPr>
          <a:xfrm>
            <a:off x="9217498" y="1203822"/>
            <a:ext cx="242042" cy="24725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highlight>
                <a:srgbClr val="C0C0C0"/>
              </a:highlight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C8D189-FBCF-4F68-9F27-0F0E6272F30E}"/>
              </a:ext>
            </a:extLst>
          </p:cNvPr>
          <p:cNvSpPr txBox="1"/>
          <p:nvPr/>
        </p:nvSpPr>
        <p:spPr>
          <a:xfrm>
            <a:off x="8405928" y="42822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CFEDD85-5801-4F92-BC94-651C20D29322}"/>
              </a:ext>
            </a:extLst>
          </p:cNvPr>
          <p:cNvSpPr txBox="1"/>
          <p:nvPr/>
        </p:nvSpPr>
        <p:spPr>
          <a:xfrm>
            <a:off x="9606331" y="44991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B105A9F-FC38-466F-809C-D8D00D6BD73D}"/>
              </a:ext>
            </a:extLst>
          </p:cNvPr>
          <p:cNvSpPr/>
          <p:nvPr/>
        </p:nvSpPr>
        <p:spPr>
          <a:xfrm>
            <a:off x="9224156" y="4044894"/>
            <a:ext cx="242042" cy="24725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highlight>
                <a:srgbClr val="C0C0C0"/>
              </a:highlight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02BC394-EE23-4096-B011-3765A39F7231}"/>
              </a:ext>
            </a:extLst>
          </p:cNvPr>
          <p:cNvSpPr txBox="1"/>
          <p:nvPr/>
        </p:nvSpPr>
        <p:spPr>
          <a:xfrm>
            <a:off x="7202109" y="16020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26ED3A4-8CAA-492A-8DC9-991F4CDDE45E}"/>
              </a:ext>
            </a:extLst>
          </p:cNvPr>
          <p:cNvSpPr txBox="1"/>
          <p:nvPr/>
        </p:nvSpPr>
        <p:spPr>
          <a:xfrm>
            <a:off x="5993394" y="14076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0AC8EE2-545A-4F61-AB95-EBA0486E18FA}"/>
              </a:ext>
            </a:extLst>
          </p:cNvPr>
          <p:cNvSpPr/>
          <p:nvPr/>
        </p:nvSpPr>
        <p:spPr>
          <a:xfrm>
            <a:off x="6793000" y="1195217"/>
            <a:ext cx="242042" cy="24725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highlight>
                <a:srgbClr val="C0C0C0"/>
              </a:highlight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664A5BC-920D-4B5B-AE19-382BB71C3933}"/>
              </a:ext>
            </a:extLst>
          </p:cNvPr>
          <p:cNvSpPr txBox="1"/>
          <p:nvPr/>
        </p:nvSpPr>
        <p:spPr>
          <a:xfrm>
            <a:off x="7184409" y="4455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F2850A0-2848-4146-8F36-5F76741C24CB}"/>
              </a:ext>
            </a:extLst>
          </p:cNvPr>
          <p:cNvSpPr txBox="1"/>
          <p:nvPr/>
        </p:nvSpPr>
        <p:spPr>
          <a:xfrm>
            <a:off x="4784042" y="44558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782B8E1-4467-4574-ABAB-F08C2D41BA94}"/>
              </a:ext>
            </a:extLst>
          </p:cNvPr>
          <p:cNvSpPr txBox="1"/>
          <p:nvPr/>
        </p:nvSpPr>
        <p:spPr>
          <a:xfrm>
            <a:off x="2317164" y="44991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9805A622-82A0-4E2F-9E5B-6FA12316CBE5}"/>
              </a:ext>
            </a:extLst>
          </p:cNvPr>
          <p:cNvSpPr/>
          <p:nvPr/>
        </p:nvSpPr>
        <p:spPr>
          <a:xfrm>
            <a:off x="6793000" y="4044894"/>
            <a:ext cx="242042" cy="24725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highlight>
                <a:srgbClr val="C0C0C0"/>
              </a:highlight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D73B1568-9396-4049-BAA0-45B3E83B1A3A}"/>
              </a:ext>
            </a:extLst>
          </p:cNvPr>
          <p:cNvSpPr/>
          <p:nvPr/>
        </p:nvSpPr>
        <p:spPr>
          <a:xfrm>
            <a:off x="4386043" y="4044894"/>
            <a:ext cx="242042" cy="24725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highlight>
                <a:srgbClr val="C0C0C0"/>
              </a:highlight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69F1240-A642-41DB-B517-5687D9CF5E1D}"/>
              </a:ext>
            </a:extLst>
          </p:cNvPr>
          <p:cNvSpPr/>
          <p:nvPr/>
        </p:nvSpPr>
        <p:spPr>
          <a:xfrm>
            <a:off x="1939315" y="4044894"/>
            <a:ext cx="242042" cy="24725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highlight>
                <a:srgbClr val="C0C0C0"/>
              </a:highlight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72B360B-AC0D-433C-94A8-21344121517A}"/>
              </a:ext>
            </a:extLst>
          </p:cNvPr>
          <p:cNvSpPr txBox="1"/>
          <p:nvPr/>
        </p:nvSpPr>
        <p:spPr>
          <a:xfrm>
            <a:off x="3548702" y="14273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889302E-221E-43C5-A6B1-5580AD8187CF}"/>
              </a:ext>
            </a:extLst>
          </p:cNvPr>
          <p:cNvSpPr txBox="1"/>
          <p:nvPr/>
        </p:nvSpPr>
        <p:spPr>
          <a:xfrm>
            <a:off x="4787049" y="16119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48EE0AA-3670-4EC4-BA63-6A95BD99FD5D}"/>
              </a:ext>
            </a:extLst>
          </p:cNvPr>
          <p:cNvSpPr txBox="1"/>
          <p:nvPr/>
        </p:nvSpPr>
        <p:spPr>
          <a:xfrm>
            <a:off x="2350477" y="16119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DEC2B5F-2CD7-41C6-99BB-6871E4388930}"/>
              </a:ext>
            </a:extLst>
          </p:cNvPr>
          <p:cNvSpPr txBox="1"/>
          <p:nvPr/>
        </p:nvSpPr>
        <p:spPr>
          <a:xfrm>
            <a:off x="1085582" y="13879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C21B4829-2F06-4F96-B91C-E8E453C9BECC}"/>
              </a:ext>
            </a:extLst>
          </p:cNvPr>
          <p:cNvSpPr/>
          <p:nvPr/>
        </p:nvSpPr>
        <p:spPr>
          <a:xfrm>
            <a:off x="4356365" y="1175859"/>
            <a:ext cx="242042" cy="24725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highlight>
                <a:srgbClr val="C0C0C0"/>
              </a:highlight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EFC3EB49-16B5-4978-A788-4A661002D8C9}"/>
              </a:ext>
            </a:extLst>
          </p:cNvPr>
          <p:cNvSpPr/>
          <p:nvPr/>
        </p:nvSpPr>
        <p:spPr>
          <a:xfrm>
            <a:off x="1944383" y="1175859"/>
            <a:ext cx="242042" cy="24725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highlight>
                <a:srgbClr val="C0C0C0"/>
              </a:highlight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3E9209C-56CE-43F3-999F-2C08499EFE64}"/>
              </a:ext>
            </a:extLst>
          </p:cNvPr>
          <p:cNvSpPr txBox="1"/>
          <p:nvPr/>
        </p:nvSpPr>
        <p:spPr>
          <a:xfrm>
            <a:off x="276837" y="184341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T=4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42A225A-D94A-4734-AA1C-AE765D35F0D6}"/>
              </a:ext>
            </a:extLst>
          </p:cNvPr>
          <p:cNvCxnSpPr>
            <a:cxnSpLocks/>
          </p:cNvCxnSpPr>
          <p:nvPr/>
        </p:nvCxnSpPr>
        <p:spPr>
          <a:xfrm>
            <a:off x="9529894" y="5377344"/>
            <a:ext cx="0" cy="536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3ED4EA6-8A56-4369-91E3-5F3AE3EA7AB2}"/>
              </a:ext>
            </a:extLst>
          </p:cNvPr>
          <p:cNvCxnSpPr/>
          <p:nvPr/>
        </p:nvCxnSpPr>
        <p:spPr>
          <a:xfrm>
            <a:off x="10117123" y="5377344"/>
            <a:ext cx="0" cy="536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5240051A-5295-4A3F-85CB-E986CC1F8342}"/>
              </a:ext>
            </a:extLst>
          </p:cNvPr>
          <p:cNvSpPr txBox="1"/>
          <p:nvPr/>
        </p:nvSpPr>
        <p:spPr>
          <a:xfrm>
            <a:off x="9253836" y="5914239"/>
            <a:ext cx="654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P=0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7FFD26-7F09-42A0-811A-83A51BDF117F}"/>
              </a:ext>
            </a:extLst>
          </p:cNvPr>
          <p:cNvSpPr txBox="1"/>
          <p:nvPr/>
        </p:nvSpPr>
        <p:spPr>
          <a:xfrm>
            <a:off x="9943591" y="5914239"/>
            <a:ext cx="654161" cy="380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G=1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A8424A5-43BF-461D-A542-145CC4A89039}"/>
              </a:ext>
            </a:extLst>
          </p:cNvPr>
          <p:cNvCxnSpPr>
            <a:cxnSpLocks/>
          </p:cNvCxnSpPr>
          <p:nvPr/>
        </p:nvCxnSpPr>
        <p:spPr>
          <a:xfrm>
            <a:off x="7040701" y="5366104"/>
            <a:ext cx="0" cy="536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450DD65-43C1-43C9-BBC3-54C8D24FC181}"/>
              </a:ext>
            </a:extLst>
          </p:cNvPr>
          <p:cNvCxnSpPr/>
          <p:nvPr/>
        </p:nvCxnSpPr>
        <p:spPr>
          <a:xfrm>
            <a:off x="7627930" y="5366104"/>
            <a:ext cx="0" cy="536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C236174E-DADF-4DF5-A84F-1C89677359AC}"/>
              </a:ext>
            </a:extLst>
          </p:cNvPr>
          <p:cNvSpPr txBox="1"/>
          <p:nvPr/>
        </p:nvSpPr>
        <p:spPr>
          <a:xfrm>
            <a:off x="6764643" y="5902999"/>
            <a:ext cx="654171" cy="380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P=1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681B835-DFD2-4187-B795-7F9D3F359914}"/>
              </a:ext>
            </a:extLst>
          </p:cNvPr>
          <p:cNvSpPr txBox="1"/>
          <p:nvPr/>
        </p:nvSpPr>
        <p:spPr>
          <a:xfrm>
            <a:off x="7454398" y="5902999"/>
            <a:ext cx="729027" cy="380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G=0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CE34C93-8507-496D-A2D3-E8FED8FBE257}"/>
              </a:ext>
            </a:extLst>
          </p:cNvPr>
          <p:cNvCxnSpPr>
            <a:cxnSpLocks/>
          </p:cNvCxnSpPr>
          <p:nvPr/>
        </p:nvCxnSpPr>
        <p:spPr>
          <a:xfrm>
            <a:off x="4590781" y="5389982"/>
            <a:ext cx="0" cy="536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7C614C6E-BA9A-4BC6-A650-0C219820C150}"/>
              </a:ext>
            </a:extLst>
          </p:cNvPr>
          <p:cNvCxnSpPr/>
          <p:nvPr/>
        </p:nvCxnSpPr>
        <p:spPr>
          <a:xfrm>
            <a:off x="5178010" y="5389982"/>
            <a:ext cx="0" cy="536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DC8D12A3-E348-48A3-9ADA-E2DB13493235}"/>
              </a:ext>
            </a:extLst>
          </p:cNvPr>
          <p:cNvSpPr txBox="1"/>
          <p:nvPr/>
        </p:nvSpPr>
        <p:spPr>
          <a:xfrm>
            <a:off x="4314724" y="5926877"/>
            <a:ext cx="654170" cy="380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P=1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DAE4300-D07E-4E27-84EB-B1A29294DC3A}"/>
              </a:ext>
            </a:extLst>
          </p:cNvPr>
          <p:cNvSpPr txBox="1"/>
          <p:nvPr/>
        </p:nvSpPr>
        <p:spPr>
          <a:xfrm>
            <a:off x="5004478" y="5926877"/>
            <a:ext cx="689753" cy="380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G=0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F6D7CD5-2D26-46FA-B50B-0FA42E8CA2D2}"/>
              </a:ext>
            </a:extLst>
          </p:cNvPr>
          <p:cNvCxnSpPr>
            <a:cxnSpLocks/>
          </p:cNvCxnSpPr>
          <p:nvPr/>
        </p:nvCxnSpPr>
        <p:spPr>
          <a:xfrm>
            <a:off x="2208009" y="5363308"/>
            <a:ext cx="0" cy="536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A62A5EC-EC95-4106-B496-600CD83F4C7F}"/>
              </a:ext>
            </a:extLst>
          </p:cNvPr>
          <p:cNvCxnSpPr/>
          <p:nvPr/>
        </p:nvCxnSpPr>
        <p:spPr>
          <a:xfrm>
            <a:off x="2795238" y="5363308"/>
            <a:ext cx="0" cy="536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9849395E-52D2-4712-9BEF-1435549EFD80}"/>
              </a:ext>
            </a:extLst>
          </p:cNvPr>
          <p:cNvSpPr txBox="1"/>
          <p:nvPr/>
        </p:nvSpPr>
        <p:spPr>
          <a:xfrm>
            <a:off x="1931951" y="5900203"/>
            <a:ext cx="622605" cy="380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P=0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6F9D348-A6D5-465E-A7C7-AE61F01FFB42}"/>
              </a:ext>
            </a:extLst>
          </p:cNvPr>
          <p:cNvSpPr txBox="1"/>
          <p:nvPr/>
        </p:nvSpPr>
        <p:spPr>
          <a:xfrm>
            <a:off x="2621706" y="5900203"/>
            <a:ext cx="654167" cy="380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G=0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95DF44A-C388-4D31-81BC-3423877B5AFA}"/>
              </a:ext>
            </a:extLst>
          </p:cNvPr>
          <p:cNvSpPr txBox="1"/>
          <p:nvPr/>
        </p:nvSpPr>
        <p:spPr>
          <a:xfrm>
            <a:off x="1867949" y="5939515"/>
            <a:ext cx="8558169" cy="369332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dist"/>
            <a:endParaRPr lang="en-US" dirty="0"/>
          </a:p>
        </p:txBody>
      </p: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C402652D-294A-43A6-87C7-BCB33ACB0D0D}"/>
              </a:ext>
            </a:extLst>
          </p:cNvPr>
          <p:cNvCxnSpPr>
            <a:cxnSpLocks/>
            <a:endCxn id="75" idx="3"/>
          </p:cNvCxnSpPr>
          <p:nvPr/>
        </p:nvCxnSpPr>
        <p:spPr>
          <a:xfrm rot="10800000" flipV="1">
            <a:off x="10426118" y="4693641"/>
            <a:ext cx="1269534" cy="14305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E494BEFE-4805-4EE4-A247-016A07922B0A}"/>
              </a:ext>
            </a:extLst>
          </p:cNvPr>
          <p:cNvCxnSpPr>
            <a:cxnSpLocks/>
          </p:cNvCxnSpPr>
          <p:nvPr/>
        </p:nvCxnSpPr>
        <p:spPr>
          <a:xfrm rot="16200000" flipV="1">
            <a:off x="7818486" y="4840503"/>
            <a:ext cx="1275236" cy="92278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E330EDB1-445A-47D8-B0B1-086642BF0696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14447" y="4818726"/>
            <a:ext cx="1276744" cy="96785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7F36D3A2-4221-4B85-8F0A-A499D8A30E0C}"/>
              </a:ext>
            </a:extLst>
          </p:cNvPr>
          <p:cNvCxnSpPr>
            <a:cxnSpLocks/>
          </p:cNvCxnSpPr>
          <p:nvPr/>
        </p:nvCxnSpPr>
        <p:spPr>
          <a:xfrm rot="16200000" flipV="1">
            <a:off x="2979260" y="4848275"/>
            <a:ext cx="1275236" cy="92278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7E129E43-B6A3-4780-A5D8-6B584DA63C60}"/>
              </a:ext>
            </a:extLst>
          </p:cNvPr>
          <p:cNvCxnSpPr>
            <a:cxnSpLocks/>
            <a:stCxn id="75" idx="1"/>
          </p:cNvCxnSpPr>
          <p:nvPr/>
        </p:nvCxnSpPr>
        <p:spPr>
          <a:xfrm rot="10800000">
            <a:off x="1375637" y="4464235"/>
            <a:ext cx="492313" cy="165994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23580D8D-9731-4D93-B04B-3BC2A802BDB0}"/>
              </a:ext>
            </a:extLst>
          </p:cNvPr>
          <p:cNvSpPr txBox="1"/>
          <p:nvPr/>
        </p:nvSpPr>
        <p:spPr>
          <a:xfrm>
            <a:off x="3133325" y="4279568"/>
            <a:ext cx="11370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Propagate</a:t>
            </a:r>
          </a:p>
          <a:p>
            <a:pPr algn="ctr"/>
            <a:r>
              <a:rPr lang="en-US" dirty="0"/>
              <a:t>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EDD9CBE-0D15-4F6B-8C0D-4AF68D456C59}"/>
              </a:ext>
            </a:extLst>
          </p:cNvPr>
          <p:cNvSpPr txBox="1"/>
          <p:nvPr/>
        </p:nvSpPr>
        <p:spPr>
          <a:xfrm>
            <a:off x="5544346" y="4263542"/>
            <a:ext cx="11370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Propagate</a:t>
            </a:r>
          </a:p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419809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1E657-09FF-4FBE-A970-1EFEC8825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4-bit Carry Lookahead Unit at a glance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17D84-F104-4BAA-8DD0-350701B2D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3BEBEA-8895-4DC7-A83A-79A8C3643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212" y="1413392"/>
            <a:ext cx="9141576" cy="51758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89C824-4418-40FB-BC8E-C49AC690A5C2}"/>
              </a:ext>
            </a:extLst>
          </p:cNvPr>
          <p:cNvSpPr txBox="1"/>
          <p:nvPr/>
        </p:nvSpPr>
        <p:spPr>
          <a:xfrm>
            <a:off x="1929468" y="3028426"/>
            <a:ext cx="8170877" cy="15696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To achieve better performance, we often need to sacrifice area and energy. This is an engineering trade-off </a:t>
            </a:r>
          </a:p>
        </p:txBody>
      </p:sp>
    </p:spTree>
    <p:extLst>
      <p:ext uri="{BB962C8B-B14F-4D97-AF65-F5344CB8AC3E}">
        <p14:creationId xmlns:p14="http://schemas.microsoft.com/office/powerpoint/2010/main" val="3674465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F4A72-2219-4C7D-93AD-A9C2D1DE3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A277C-E125-4300-A31D-623B2EE2D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4D469D-4023-41E5-9A48-ACCDA55D9E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920"/>
          <a:stretch/>
        </p:blipFill>
        <p:spPr>
          <a:xfrm>
            <a:off x="2209101" y="0"/>
            <a:ext cx="6105787" cy="49088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CA5B6EF-4737-4BF1-95A5-98E9D4E8D8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00"/>
          <a:stretch/>
        </p:blipFill>
        <p:spPr>
          <a:xfrm>
            <a:off x="2218888" y="1949165"/>
            <a:ext cx="6096000" cy="490883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61BE5B7-F3CC-48D7-8218-59F0214C19CB}"/>
              </a:ext>
            </a:extLst>
          </p:cNvPr>
          <p:cNvSpPr/>
          <p:nvPr/>
        </p:nvSpPr>
        <p:spPr>
          <a:xfrm>
            <a:off x="2441196" y="4703509"/>
            <a:ext cx="2281806" cy="57045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6861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36E34-06E5-4262-886F-09E508797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D7523-B7CE-4259-A5C0-8DB95046D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63964D-9D9D-469C-9FB4-1A13E89C3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889" y="90487"/>
            <a:ext cx="6153150" cy="66770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F3B3D84-41FC-448D-BB5B-F1FE872CF65C}"/>
              </a:ext>
            </a:extLst>
          </p:cNvPr>
          <p:cNvSpPr/>
          <p:nvPr/>
        </p:nvSpPr>
        <p:spPr>
          <a:xfrm>
            <a:off x="2610374" y="4637795"/>
            <a:ext cx="2281806" cy="57045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5240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26E5B-6D20-4E6E-95DD-9AECEF036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of CLA</a:t>
            </a:r>
          </a:p>
        </p:txBody>
      </p:sp>
      <p:pic>
        <p:nvPicPr>
          <p:cNvPr id="280" name="Picture 279">
            <a:extLst>
              <a:ext uri="{FF2B5EF4-FFF2-40B4-BE49-F238E27FC236}">
                <a16:creationId xmlns:a16="http://schemas.microsoft.com/office/drawing/2014/main" id="{AFDDFCD6-8678-47C6-88AF-5D31FDDEB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59935"/>
            <a:ext cx="9848922" cy="3995767"/>
          </a:xfrm>
          <a:prstGeom prst="rect">
            <a:avLst/>
          </a:prstGeom>
        </p:spPr>
      </p:pic>
      <p:sp>
        <p:nvSpPr>
          <p:cNvPr id="281" name="TextBox 280">
            <a:extLst>
              <a:ext uri="{FF2B5EF4-FFF2-40B4-BE49-F238E27FC236}">
                <a16:creationId xmlns:a16="http://schemas.microsoft.com/office/drawing/2014/main" id="{D687100F-7DD2-4434-BD57-2F0D64E93E1A}"/>
              </a:ext>
            </a:extLst>
          </p:cNvPr>
          <p:cNvSpPr txBox="1"/>
          <p:nvPr/>
        </p:nvSpPr>
        <p:spPr>
          <a:xfrm>
            <a:off x="2265011" y="5839306"/>
            <a:ext cx="8240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Assuming Mux does not have any delays</a:t>
            </a:r>
          </a:p>
        </p:txBody>
      </p:sp>
    </p:spTree>
    <p:extLst>
      <p:ext uri="{BB962C8B-B14F-4D97-AF65-F5344CB8AC3E}">
        <p14:creationId xmlns:p14="http://schemas.microsoft.com/office/powerpoint/2010/main" val="5103987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1E852B8-7F38-4732-965B-6B38362B7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Implementation of CLA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9D04BE-FC9F-4B38-AEF9-F2BD9D623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300" y="1522648"/>
            <a:ext cx="9958460" cy="31337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68210A1-8904-4920-A3E2-B018E8A3F327}"/>
              </a:ext>
            </a:extLst>
          </p:cNvPr>
          <p:cNvSpPr txBox="1"/>
          <p:nvPr/>
        </p:nvSpPr>
        <p:spPr>
          <a:xfrm>
            <a:off x="1682716" y="4972210"/>
            <a:ext cx="8170877" cy="5847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Essentially a Fan-in series of 4 4-input Mux</a:t>
            </a:r>
          </a:p>
        </p:txBody>
      </p:sp>
    </p:spTree>
    <p:extLst>
      <p:ext uri="{BB962C8B-B14F-4D97-AF65-F5344CB8AC3E}">
        <p14:creationId xmlns:p14="http://schemas.microsoft.com/office/powerpoint/2010/main" val="4200406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1E852B8-7F38-4732-965B-6B38362B7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What if Mux has delay?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9D04BE-FC9F-4B38-AEF9-F2BD9D623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300" y="1522648"/>
            <a:ext cx="9958460" cy="31337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68210A1-8904-4920-A3E2-B018E8A3F327}"/>
              </a:ext>
            </a:extLst>
          </p:cNvPr>
          <p:cNvSpPr txBox="1"/>
          <p:nvPr/>
        </p:nvSpPr>
        <p:spPr>
          <a:xfrm>
            <a:off x="1682716" y="4972210"/>
            <a:ext cx="8170877" cy="10772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This implementation still causes propagation trouble</a:t>
            </a:r>
          </a:p>
        </p:txBody>
      </p:sp>
    </p:spTree>
    <p:extLst>
      <p:ext uri="{BB962C8B-B14F-4D97-AF65-F5344CB8AC3E}">
        <p14:creationId xmlns:p14="http://schemas.microsoft.com/office/powerpoint/2010/main" val="652986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6A6BD-4560-4016-9DDB-EE4AB2284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2364E-550E-4365-9FAE-B3C852E97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Combine fan in series into a big mux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7AF685-1CB2-4C22-8B16-36EF43512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856" y="2733713"/>
            <a:ext cx="9987036" cy="40576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3875EC-4CE6-469B-AB1C-2DD9AF32FFD2}"/>
              </a:ext>
            </a:extLst>
          </p:cNvPr>
          <p:cNvSpPr txBox="1"/>
          <p:nvPr/>
        </p:nvSpPr>
        <p:spPr>
          <a:xfrm>
            <a:off x="109509" y="184891"/>
            <a:ext cx="11898151" cy="25545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This circuit behaves exactly same as the “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Carrylookahead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Unit”. However, no hardware engineer will code 2^8 input mux. In fact, a lot of inputs in those big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muxes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are duplicates and/or don’t-cares. We can simplify the carry-MUX function into much more concise circuits with P&amp;G signals using the recursive formula.</a:t>
            </a:r>
          </a:p>
        </p:txBody>
      </p:sp>
    </p:spTree>
    <p:extLst>
      <p:ext uri="{BB962C8B-B14F-4D97-AF65-F5344CB8AC3E}">
        <p14:creationId xmlns:p14="http://schemas.microsoft.com/office/powerpoint/2010/main" val="930909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</TotalTime>
  <Words>1011</Words>
  <Application>Microsoft Office PowerPoint</Application>
  <PresentationFormat>Widescreen</PresentationFormat>
  <Paragraphs>318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Calibri Light</vt:lpstr>
      <vt:lpstr>Cambria Math</vt:lpstr>
      <vt:lpstr>Office Theme</vt:lpstr>
      <vt:lpstr>Carry Lookahead Adder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does that imply?</vt:lpstr>
      <vt:lpstr>What does that imply?</vt:lpstr>
      <vt:lpstr>PowerPoint Presentation</vt:lpstr>
      <vt:lpstr>PowerPoint Presentation</vt:lpstr>
      <vt:lpstr>PowerPoint Presentation</vt:lpstr>
      <vt:lpstr>P &amp; G</vt:lpstr>
      <vt:lpstr>Recursive formula for carry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4-bit Carry Lookahead Unit at a glance</vt:lpstr>
      <vt:lpstr>PowerPoint Presentation</vt:lpstr>
      <vt:lpstr>PowerPoint Presentation</vt:lpstr>
      <vt:lpstr>Implementation of CLA</vt:lpstr>
      <vt:lpstr>Implementation of CLA</vt:lpstr>
      <vt:lpstr>What if Mux has delay?</vt:lpstr>
      <vt:lpstr>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Carry Lookahead Adder</dc:title>
  <dc:creator>Zhu Zeran</dc:creator>
  <cp:lastModifiedBy>Zhu Zeran</cp:lastModifiedBy>
  <cp:revision>46</cp:revision>
  <dcterms:created xsi:type="dcterms:W3CDTF">2019-09-15T23:41:27Z</dcterms:created>
  <dcterms:modified xsi:type="dcterms:W3CDTF">2019-09-23T22:23:47Z</dcterms:modified>
</cp:coreProperties>
</file>